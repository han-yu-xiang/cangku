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4"/>
  </p:notesMasterIdLst>
  <p:handoutMasterIdLst>
    <p:handoutMasterId r:id="rId45"/>
  </p:handoutMasterIdLst>
  <p:sldIdLst>
    <p:sldId id="313" r:id="rId5"/>
    <p:sldId id="427" r:id="rId6"/>
    <p:sldId id="435" r:id="rId7"/>
    <p:sldId id="426" r:id="rId8"/>
    <p:sldId id="428" r:id="rId9"/>
    <p:sldId id="429" r:id="rId10"/>
    <p:sldId id="436" r:id="rId11"/>
    <p:sldId id="430" r:id="rId12"/>
    <p:sldId id="431" r:id="rId13"/>
    <p:sldId id="432" r:id="rId14"/>
    <p:sldId id="433" r:id="rId15"/>
    <p:sldId id="437" r:id="rId16"/>
    <p:sldId id="438" r:id="rId17"/>
    <p:sldId id="439" r:id="rId18"/>
    <p:sldId id="440" r:id="rId19"/>
    <p:sldId id="441" r:id="rId20"/>
    <p:sldId id="442" r:id="rId21"/>
    <p:sldId id="443" r:id="rId22"/>
    <p:sldId id="444" r:id="rId23"/>
    <p:sldId id="445" r:id="rId24"/>
    <p:sldId id="446" r:id="rId25"/>
    <p:sldId id="434" r:id="rId26"/>
    <p:sldId id="424" r:id="rId27"/>
    <p:sldId id="425" r:id="rId28"/>
    <p:sldId id="452" r:id="rId29"/>
    <p:sldId id="352" r:id="rId30"/>
    <p:sldId id="359" r:id="rId31"/>
    <p:sldId id="360" r:id="rId32"/>
    <p:sldId id="353" r:id="rId33"/>
    <p:sldId id="354" r:id="rId34"/>
    <p:sldId id="355" r:id="rId35"/>
    <p:sldId id="356" r:id="rId36"/>
    <p:sldId id="357" r:id="rId37"/>
    <p:sldId id="358" r:id="rId38"/>
    <p:sldId id="453" r:id="rId39"/>
    <p:sldId id="449" r:id="rId40"/>
    <p:sldId id="450" r:id="rId41"/>
    <p:sldId id="451" r:id="rId42"/>
    <p:sldId id="454" r:id="rId43"/>
  </p:sldIdLst>
  <p:sldSz cx="9144000" cy="5143500" type="screen16x9"/>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6" userDrawn="1">
          <p15:clr>
            <a:srgbClr val="A4A3A4"/>
          </p15:clr>
        </p15:guide>
        <p15:guide id="2" orient="horz" pos="553" userDrawn="1">
          <p15:clr>
            <a:srgbClr val="A4A3A4"/>
          </p15:clr>
        </p15:guide>
        <p15:guide id="3" orient="horz" pos="1800" userDrawn="1">
          <p15:clr>
            <a:srgbClr val="A4A3A4"/>
          </p15:clr>
        </p15:guide>
        <p15:guide id="4" orient="horz" pos="2934" userDrawn="1">
          <p15:clr>
            <a:srgbClr val="A4A3A4"/>
          </p15:clr>
        </p15:guide>
        <p15:guide id="5" pos="2940" userDrawn="1">
          <p15:clr>
            <a:srgbClr val="A4A3A4"/>
          </p15:clr>
        </p15:guide>
        <p15:guide id="6" pos="2832" userDrawn="1">
          <p15:clr>
            <a:srgbClr val="A4A3A4"/>
          </p15:clr>
        </p15:guide>
        <p15:guide id="7" pos="5538" userDrawn="1">
          <p15:clr>
            <a:srgbClr val="A4A3A4"/>
          </p15:clr>
        </p15:guide>
        <p15:guide id="8" pos="23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BE7"/>
    <a:srgbClr val="7FD5F3"/>
    <a:srgbClr val="BFEAF9"/>
    <a:srgbClr val="1179BF"/>
    <a:srgbClr val="81BCDF"/>
    <a:srgbClr val="004D7A"/>
    <a:srgbClr val="7FA5BC"/>
    <a:srgbClr val="DD0C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86" autoAdjust="0"/>
    <p:restoredTop sz="94660"/>
  </p:normalViewPr>
  <p:slideViewPr>
    <p:cSldViewPr snapToGrid="0" snapToObjects="1">
      <p:cViewPr varScale="1">
        <p:scale>
          <a:sx n="109" d="100"/>
          <a:sy n="109" d="100"/>
        </p:scale>
        <p:origin x="586" y="82"/>
      </p:cViewPr>
      <p:guideLst>
        <p:guide orient="horz" pos="1686"/>
        <p:guide orient="horz" pos="553"/>
        <p:guide orient="horz" pos="1800"/>
        <p:guide orient="horz" pos="2934"/>
        <p:guide pos="2940"/>
        <p:guide pos="2832"/>
        <p:guide pos="5538"/>
        <p:guide pos="234"/>
      </p:guideLst>
    </p:cSldViewPr>
  </p:slid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85" d="100"/>
          <a:sy n="85" d="100"/>
        </p:scale>
        <p:origin x="-383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sz="1000" dirty="0"/>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7581487-DED7-4908-9A01-0A45EDCB1D6C}" type="datetimeFigureOut">
              <a:rPr lang="de-DE" sz="1000" smtClean="0"/>
              <a:t>13.10.2026</a:t>
            </a:fld>
            <a:endParaRPr lang="de-DE" sz="1000"/>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sz="1000"/>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F42A22D-1E89-46D3-A8B1-76349A9A3E3A}" type="slidenum">
              <a:rPr lang="de-DE" sz="1000" smtClean="0"/>
              <a:t>‹#›</a:t>
            </a:fld>
            <a:endParaRPr lang="de-DE" sz="1000"/>
          </a:p>
        </p:txBody>
      </p:sp>
    </p:spTree>
    <p:extLst>
      <p:ext uri="{BB962C8B-B14F-4D97-AF65-F5344CB8AC3E}">
        <p14:creationId xmlns:p14="http://schemas.microsoft.com/office/powerpoint/2010/main" val="527662289"/>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a:xfrm>
            <a:off x="360363" y="360363"/>
            <a:ext cx="6119812" cy="3443287"/>
          </a:xfrm>
          <a:prstGeom prst="rect">
            <a:avLst/>
          </a:prstGeom>
          <a:noFill/>
          <a:ln w="12700">
            <a:solidFill>
              <a:schemeClr val="tx1"/>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360000" y="3960000"/>
            <a:ext cx="6120000" cy="4860000"/>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Foliennummernplatzhalter 6"/>
          <p:cNvSpPr>
            <a:spLocks noGrp="1"/>
          </p:cNvSpPr>
          <p:nvPr>
            <p:ph type="sldNum" sz="quarter" idx="5"/>
          </p:nvPr>
        </p:nvSpPr>
        <p:spPr>
          <a:xfrm>
            <a:off x="3884613" y="8887522"/>
            <a:ext cx="2971800" cy="252000"/>
          </a:xfrm>
          <a:prstGeom prst="rect">
            <a:avLst/>
          </a:prstGeom>
        </p:spPr>
        <p:txBody>
          <a:bodyPr vert="horz" lIns="91440" tIns="45720" rIns="91440" bIns="45720" rtlCol="0" anchor="b"/>
          <a:lstStyle>
            <a:lvl1pPr algn="r">
              <a:defRPr sz="1000"/>
            </a:lvl1pPr>
          </a:lstStyle>
          <a:p>
            <a:fld id="{D61B4C21-2AF8-4513-9A88-12DEBB551087}" type="slidenum">
              <a:rPr lang="de-DE" smtClean="0"/>
              <a:pPr/>
              <a:t>‹#›</a:t>
            </a:fld>
            <a:endParaRPr lang="de-DE" dirty="0"/>
          </a:p>
        </p:txBody>
      </p:sp>
    </p:spTree>
    <p:extLst>
      <p:ext uri="{BB962C8B-B14F-4D97-AF65-F5344CB8AC3E}">
        <p14:creationId xmlns:p14="http://schemas.microsoft.com/office/powerpoint/2010/main" val="4022622575"/>
      </p:ext>
    </p:extLst>
  </p:cSld>
  <p:clrMap bg1="lt1" tx1="dk1" bg2="lt2" tx2="dk2" accent1="accent1" accent2="accent2" accent3="accent3" accent4="accent4" accent5="accent5" accent6="accent6" hlink="hlink" folHlink="folHlink"/>
  <p:hf/>
  <p:notesStyle>
    <a:lvl1pPr marL="0" algn="l" defTabSz="914400" rtl="0" eaLnBrk="1" latinLnBrk="0" hangingPunct="1">
      <a:defRPr sz="1000" kern="1200">
        <a:solidFill>
          <a:schemeClr val="tx1"/>
        </a:solidFill>
        <a:latin typeface="+mn-lt"/>
        <a:ea typeface="+mn-ea"/>
        <a:cs typeface="+mn-cs"/>
      </a:defRPr>
    </a:lvl1pPr>
    <a:lvl2pPr marL="216000" indent="-216000" algn="l" defTabSz="914400" rtl="0" eaLnBrk="1" latinLnBrk="0" hangingPunct="1">
      <a:buClr>
        <a:schemeClr val="tx2"/>
      </a:buClr>
      <a:buFont typeface="Tahoma" panose="020B0604030504040204" pitchFamily="34" charset="0"/>
      <a:buChar char="•"/>
      <a:defRPr sz="1000" kern="1200">
        <a:solidFill>
          <a:schemeClr val="tx1"/>
        </a:solidFill>
        <a:latin typeface="+mn-lt"/>
        <a:ea typeface="+mn-ea"/>
        <a:cs typeface="+mn-cs"/>
      </a:defRPr>
    </a:lvl2pPr>
    <a:lvl3pPr marL="432000" indent="-216000" algn="l" defTabSz="914400" rtl="0" eaLnBrk="1" latinLnBrk="0" hangingPunct="1">
      <a:buClr>
        <a:schemeClr val="tx2"/>
      </a:buClr>
      <a:buFont typeface="Tahoma" panose="020B0604030504040204" pitchFamily="34" charset="0"/>
      <a:buChar char="•"/>
      <a:defRPr sz="1000" kern="1200">
        <a:solidFill>
          <a:schemeClr val="tx1"/>
        </a:solidFill>
        <a:latin typeface="+mn-lt"/>
        <a:ea typeface="+mn-ea"/>
        <a:cs typeface="+mn-cs"/>
      </a:defRPr>
    </a:lvl3pPr>
    <a:lvl4pPr marL="648000" indent="-216000" algn="l" defTabSz="914400" rtl="0" eaLnBrk="1" latinLnBrk="0" hangingPunct="1">
      <a:buClr>
        <a:schemeClr val="tx2"/>
      </a:buClr>
      <a:buFont typeface="Tahoma" panose="020B0604030504040204" pitchFamily="34" charset="0"/>
      <a:buChar char="•"/>
      <a:defRPr sz="1000" kern="1200">
        <a:solidFill>
          <a:schemeClr val="tx1"/>
        </a:solidFill>
        <a:latin typeface="+mn-lt"/>
        <a:ea typeface="+mn-ea"/>
        <a:cs typeface="+mn-cs"/>
      </a:defRPr>
    </a:lvl4pPr>
    <a:lvl5pPr marL="864000" indent="-216000" algn="l" defTabSz="914400" rtl="0" eaLnBrk="1" latinLnBrk="0" hangingPunct="1">
      <a:buClr>
        <a:schemeClr val="tx2"/>
      </a:buClr>
      <a:buFont typeface="Tahoma" panose="020B0604030504040204" pitchFamily="34" charset="0"/>
      <a:buChar char="•"/>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hteck 6"/>
          <p:cNvSpPr/>
          <p:nvPr userDrawn="1"/>
        </p:nvSpPr>
        <p:spPr>
          <a:xfrm>
            <a:off x="0" y="0"/>
            <a:ext cx="9144000" cy="5144400"/>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sp>
        <p:nvSpPr>
          <p:cNvPr id="2" name="Titel 1"/>
          <p:cNvSpPr>
            <a:spLocks noGrp="1"/>
          </p:cNvSpPr>
          <p:nvPr>
            <p:ph type="ctrTitle"/>
          </p:nvPr>
        </p:nvSpPr>
        <p:spPr>
          <a:xfrm>
            <a:off x="359999" y="1484884"/>
            <a:ext cx="8424000" cy="1057982"/>
          </a:xfrm>
        </p:spPr>
        <p:txBody>
          <a:bodyPr/>
          <a:lstStyle>
            <a:lvl1pPr>
              <a:defRPr sz="3600">
                <a:solidFill>
                  <a:schemeClr val="bg1"/>
                </a:solidFill>
              </a:defRPr>
            </a:lvl1pPr>
          </a:lstStyle>
          <a:p>
            <a:r>
              <a:rPr lang="en-US"/>
              <a:t>Click to edit Master title style</a:t>
            </a:r>
            <a:endParaRPr lang="de-DE" dirty="0"/>
          </a:p>
        </p:txBody>
      </p:sp>
      <p:sp>
        <p:nvSpPr>
          <p:cNvPr id="3" name="Untertitel 2"/>
          <p:cNvSpPr>
            <a:spLocks noGrp="1"/>
          </p:cNvSpPr>
          <p:nvPr>
            <p:ph type="subTitle" idx="1"/>
          </p:nvPr>
        </p:nvSpPr>
        <p:spPr>
          <a:xfrm>
            <a:off x="0" y="0"/>
            <a:ext cx="3600" cy="3599"/>
          </a:xfrm>
        </p:spPr>
        <p:txBody>
          <a:bodyPr/>
          <a:lstStyle>
            <a:lvl1pPr marL="0" indent="0" algn="ctr">
              <a:buNone/>
              <a:defRPr sz="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dirty="0"/>
          </a:p>
        </p:txBody>
      </p:sp>
      <p:sp>
        <p:nvSpPr>
          <p:cNvPr id="5" name="Fußzeilenplatzhalter 4"/>
          <p:cNvSpPr>
            <a:spLocks noGrp="1"/>
          </p:cNvSpPr>
          <p:nvPr>
            <p:ph type="ftr" sz="quarter" idx="11"/>
          </p:nvPr>
        </p:nvSpPr>
        <p:spPr>
          <a:xfrm>
            <a:off x="359999" y="2729931"/>
            <a:ext cx="8424000" cy="252000"/>
          </a:xfrm>
        </p:spPr>
        <p:txBody>
          <a:bodyPr/>
          <a:lstStyle>
            <a:lvl1pPr>
              <a:defRPr sz="1200">
                <a:solidFill>
                  <a:schemeClr val="bg1"/>
                </a:solidFill>
              </a:defRPr>
            </a:lvl1pPr>
          </a:lstStyle>
          <a:p>
            <a:endParaRPr lang="de-DE" dirty="0"/>
          </a:p>
        </p:txBody>
      </p:sp>
      <p:pic>
        <p:nvPicPr>
          <p:cNvPr id="8" name="Grafik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9998" y="438150"/>
            <a:ext cx="864000" cy="864000"/>
          </a:xfrm>
          <a:prstGeom prst="rect">
            <a:avLst/>
          </a:prstGeom>
        </p:spPr>
      </p:pic>
    </p:spTree>
    <p:extLst>
      <p:ext uri="{BB962C8B-B14F-4D97-AF65-F5344CB8AC3E}">
        <p14:creationId xmlns:p14="http://schemas.microsoft.com/office/powerpoint/2010/main" val="421852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dirty="0"/>
          </a:p>
        </p:txBody>
      </p:sp>
      <p:sp>
        <p:nvSpPr>
          <p:cNvPr id="3" name="Inhaltsplatzhalt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AE839375-43AA-4A5D-B991-4343C4570BCB}" type="slidenum">
              <a:rPr lang="de-DE" smtClean="0"/>
              <a:t>‹#›</a:t>
            </a:fld>
            <a:endParaRPr lang="de-DE"/>
          </a:p>
        </p:txBody>
      </p:sp>
    </p:spTree>
    <p:extLst>
      <p:ext uri="{BB962C8B-B14F-4D97-AF65-F5344CB8AC3E}">
        <p14:creationId xmlns:p14="http://schemas.microsoft.com/office/powerpoint/2010/main" val="4148235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el 1"/>
          <p:cNvSpPr>
            <a:spLocks noGrp="1"/>
          </p:cNvSpPr>
          <p:nvPr>
            <p:ph type="title"/>
          </p:nvPr>
        </p:nvSpPr>
        <p:spPr>
          <a:xfrm>
            <a:off x="360364" y="143956"/>
            <a:ext cx="8424001" cy="593817"/>
          </a:xfrm>
        </p:spPr>
        <p:txBody>
          <a:bodyPr/>
          <a:lstStyle/>
          <a:p>
            <a:r>
              <a:rPr lang="en-US"/>
              <a:t>Click to edit Master title style</a:t>
            </a:r>
            <a:endParaRPr lang="de-DE" dirty="0"/>
          </a:p>
        </p:txBody>
      </p:sp>
      <p:sp>
        <p:nvSpPr>
          <p:cNvPr id="3" name="Inhaltsplatzhalter 2"/>
          <p:cNvSpPr>
            <a:spLocks noGrp="1"/>
          </p:cNvSpPr>
          <p:nvPr>
            <p:ph idx="1"/>
          </p:nvPr>
        </p:nvSpPr>
        <p:spPr>
          <a:xfrm>
            <a:off x="360005" y="864002"/>
            <a:ext cx="4122737" cy="37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Inhaltsplatzhalter 3"/>
          <p:cNvSpPr>
            <a:spLocks noGrp="1"/>
          </p:cNvSpPr>
          <p:nvPr>
            <p:ph idx="13"/>
          </p:nvPr>
        </p:nvSpPr>
        <p:spPr>
          <a:xfrm>
            <a:off x="4661096" y="864002"/>
            <a:ext cx="4122000" cy="37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AE839375-43AA-4A5D-B991-4343C4570BCB}" type="slidenum">
              <a:rPr lang="de-DE" smtClean="0"/>
              <a:t>‹#›</a:t>
            </a:fld>
            <a:endParaRPr lang="de-DE"/>
          </a:p>
        </p:txBody>
      </p:sp>
    </p:spTree>
    <p:extLst>
      <p:ext uri="{BB962C8B-B14F-4D97-AF65-F5344CB8AC3E}">
        <p14:creationId xmlns:p14="http://schemas.microsoft.com/office/powerpoint/2010/main" val="2634096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Fußzeilenplatzhalter 2"/>
          <p:cNvSpPr>
            <a:spLocks noGrp="1"/>
          </p:cNvSpPr>
          <p:nvPr>
            <p:ph type="ftr" sz="quarter" idx="10"/>
          </p:nvPr>
        </p:nvSpPr>
        <p:spPr/>
        <p:txBody>
          <a:bodyPr/>
          <a:lstStyle/>
          <a:p>
            <a:pPr>
              <a:lnSpc>
                <a:spcPts val="800"/>
              </a:lnSpc>
            </a:pPr>
            <a:endParaRPr lang="de-DE">
              <a:solidFill>
                <a:srgbClr val="000000"/>
              </a:solidFill>
            </a:endParaRPr>
          </a:p>
        </p:txBody>
      </p:sp>
      <p:sp>
        <p:nvSpPr>
          <p:cNvPr id="4" name="Foliennummernplatzhalter 3"/>
          <p:cNvSpPr>
            <a:spLocks noGrp="1"/>
          </p:cNvSpPr>
          <p:nvPr>
            <p:ph type="sldNum" sz="quarter" idx="11"/>
          </p:nvPr>
        </p:nvSpPr>
        <p:spPr/>
        <p:txBody>
          <a:bodyPr/>
          <a:lstStyle>
            <a:lvl1pPr>
              <a:defRPr>
                <a:solidFill>
                  <a:schemeClr val="accent4"/>
                </a:solidFill>
              </a:defRPr>
            </a:lvl1pPr>
          </a:lstStyle>
          <a:p>
            <a:pPr>
              <a:lnSpc>
                <a:spcPts val="800"/>
              </a:lnSpc>
            </a:pPr>
            <a:fld id="{D985BC7C-F6A2-4FED-9217-735A5E10A319}" type="slidenum">
              <a:rPr lang="de-DE" smtClean="0"/>
              <a:pPr>
                <a:lnSpc>
                  <a:spcPts val="800"/>
                </a:lnSpc>
              </a:pPr>
              <a:t>‹#›</a:t>
            </a:fld>
            <a:endParaRPr lang="de-DE"/>
          </a:p>
        </p:txBody>
      </p:sp>
      <p:sp>
        <p:nvSpPr>
          <p:cNvPr id="5" name="Inhaltsplatzhalter 1"/>
          <p:cNvSpPr>
            <a:spLocks noGrp="1"/>
          </p:cNvSpPr>
          <p:nvPr>
            <p:ph idx="1"/>
          </p:nvPr>
        </p:nvSpPr>
        <p:spPr bwMode="gray">
          <a:xfrm>
            <a:off x="360001" y="864002"/>
            <a:ext cx="2700000" cy="37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6" name="Inhaltsplatzhalter 2"/>
          <p:cNvSpPr>
            <a:spLocks noGrp="1"/>
          </p:cNvSpPr>
          <p:nvPr>
            <p:ph idx="13"/>
          </p:nvPr>
        </p:nvSpPr>
        <p:spPr bwMode="gray">
          <a:xfrm>
            <a:off x="3222002" y="864002"/>
            <a:ext cx="2700000" cy="37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Inhaltsplatzhalter 3"/>
          <p:cNvSpPr>
            <a:spLocks noGrp="1"/>
          </p:cNvSpPr>
          <p:nvPr>
            <p:ph sz="quarter" idx="14"/>
          </p:nvPr>
        </p:nvSpPr>
        <p:spPr>
          <a:xfrm>
            <a:off x="6084002" y="864002"/>
            <a:ext cx="2700000" cy="37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769622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Fußzeilenplatzhalter 2"/>
          <p:cNvSpPr>
            <a:spLocks noGrp="1"/>
          </p:cNvSpPr>
          <p:nvPr>
            <p:ph type="ftr" sz="quarter" idx="10"/>
          </p:nvPr>
        </p:nvSpPr>
        <p:spPr/>
        <p:txBody>
          <a:bodyPr/>
          <a:lstStyle/>
          <a:p>
            <a:pPr>
              <a:lnSpc>
                <a:spcPts val="800"/>
              </a:lnSpc>
            </a:pPr>
            <a:endParaRPr lang="de-DE">
              <a:solidFill>
                <a:srgbClr val="000000"/>
              </a:solidFill>
            </a:endParaRPr>
          </a:p>
        </p:txBody>
      </p:sp>
      <p:sp>
        <p:nvSpPr>
          <p:cNvPr id="4" name="Foliennummernplatzhalter 3"/>
          <p:cNvSpPr>
            <a:spLocks noGrp="1"/>
          </p:cNvSpPr>
          <p:nvPr>
            <p:ph type="sldNum" sz="quarter" idx="11"/>
          </p:nvPr>
        </p:nvSpPr>
        <p:spPr/>
        <p:txBody>
          <a:bodyPr/>
          <a:lstStyle>
            <a:lvl1pPr>
              <a:defRPr>
                <a:solidFill>
                  <a:schemeClr val="accent4"/>
                </a:solidFill>
              </a:defRPr>
            </a:lvl1pPr>
          </a:lstStyle>
          <a:p>
            <a:pPr>
              <a:lnSpc>
                <a:spcPts val="800"/>
              </a:lnSpc>
            </a:pPr>
            <a:fld id="{D985BC7C-F6A2-4FED-9217-735A5E10A319}" type="slidenum">
              <a:rPr lang="de-DE" smtClean="0"/>
              <a:pPr>
                <a:lnSpc>
                  <a:spcPts val="800"/>
                </a:lnSpc>
              </a:pPr>
              <a:t>‹#›</a:t>
            </a:fld>
            <a:endParaRPr lang="de-DE"/>
          </a:p>
        </p:txBody>
      </p:sp>
      <p:sp>
        <p:nvSpPr>
          <p:cNvPr id="5" name="Inhaltsplatzhalter 1"/>
          <p:cNvSpPr>
            <a:spLocks noGrp="1"/>
          </p:cNvSpPr>
          <p:nvPr>
            <p:ph idx="1"/>
          </p:nvPr>
        </p:nvSpPr>
        <p:spPr bwMode="gray">
          <a:xfrm>
            <a:off x="360003" y="863999"/>
            <a:ext cx="4122737"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6" name="Inhaltsplatzhalter 2"/>
          <p:cNvSpPr>
            <a:spLocks noGrp="1"/>
          </p:cNvSpPr>
          <p:nvPr>
            <p:ph idx="13"/>
          </p:nvPr>
        </p:nvSpPr>
        <p:spPr bwMode="gray">
          <a:xfrm>
            <a:off x="4660362" y="864000"/>
            <a:ext cx="4122737"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Inhaltsplatzhalter 3"/>
          <p:cNvSpPr>
            <a:spLocks noGrp="1"/>
          </p:cNvSpPr>
          <p:nvPr>
            <p:ph sz="quarter" idx="14"/>
          </p:nvPr>
        </p:nvSpPr>
        <p:spPr>
          <a:xfrm>
            <a:off x="360003" y="2844000"/>
            <a:ext cx="4122737" cy="180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8" name="Inhaltsplatzhalter 4"/>
          <p:cNvSpPr>
            <a:spLocks noGrp="1"/>
          </p:cNvSpPr>
          <p:nvPr>
            <p:ph sz="quarter" idx="15"/>
          </p:nvPr>
        </p:nvSpPr>
        <p:spPr>
          <a:xfrm>
            <a:off x="4660362" y="2844000"/>
            <a:ext cx="4122737" cy="180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2941755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ix Conten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Fußzeilenplatzhalter 2"/>
          <p:cNvSpPr>
            <a:spLocks noGrp="1"/>
          </p:cNvSpPr>
          <p:nvPr>
            <p:ph type="ftr" sz="quarter" idx="10"/>
          </p:nvPr>
        </p:nvSpPr>
        <p:spPr/>
        <p:txBody>
          <a:bodyPr/>
          <a:lstStyle/>
          <a:p>
            <a:pPr>
              <a:lnSpc>
                <a:spcPts val="800"/>
              </a:lnSpc>
            </a:pPr>
            <a:endParaRPr lang="de-DE">
              <a:solidFill>
                <a:srgbClr val="000000"/>
              </a:solidFill>
            </a:endParaRPr>
          </a:p>
        </p:txBody>
      </p:sp>
      <p:sp>
        <p:nvSpPr>
          <p:cNvPr id="4" name="Foliennummernplatzhalter 3"/>
          <p:cNvSpPr>
            <a:spLocks noGrp="1"/>
          </p:cNvSpPr>
          <p:nvPr>
            <p:ph type="sldNum" sz="quarter" idx="11"/>
          </p:nvPr>
        </p:nvSpPr>
        <p:spPr/>
        <p:txBody>
          <a:bodyPr/>
          <a:lstStyle>
            <a:lvl1pPr>
              <a:defRPr>
                <a:solidFill>
                  <a:schemeClr val="accent4"/>
                </a:solidFill>
              </a:defRPr>
            </a:lvl1pPr>
          </a:lstStyle>
          <a:p>
            <a:pPr>
              <a:lnSpc>
                <a:spcPts val="800"/>
              </a:lnSpc>
            </a:pPr>
            <a:fld id="{D985BC7C-F6A2-4FED-9217-735A5E10A319}" type="slidenum">
              <a:rPr lang="de-DE" smtClean="0"/>
              <a:pPr>
                <a:lnSpc>
                  <a:spcPts val="800"/>
                </a:lnSpc>
              </a:pPr>
              <a:t>‹#›</a:t>
            </a:fld>
            <a:endParaRPr lang="de-DE"/>
          </a:p>
        </p:txBody>
      </p:sp>
      <p:sp>
        <p:nvSpPr>
          <p:cNvPr id="5" name="Inhaltsplatzhalter 1"/>
          <p:cNvSpPr>
            <a:spLocks noGrp="1"/>
          </p:cNvSpPr>
          <p:nvPr>
            <p:ph idx="1"/>
          </p:nvPr>
        </p:nvSpPr>
        <p:spPr bwMode="gray">
          <a:xfrm>
            <a:off x="360001" y="864000"/>
            <a:ext cx="2700000"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6" name="Inhaltsplatzhalter 2"/>
          <p:cNvSpPr>
            <a:spLocks noGrp="1"/>
          </p:cNvSpPr>
          <p:nvPr>
            <p:ph idx="13"/>
          </p:nvPr>
        </p:nvSpPr>
        <p:spPr bwMode="gray">
          <a:xfrm>
            <a:off x="3222002" y="864000"/>
            <a:ext cx="2700000" cy="180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Inhaltsplatzhalter 3"/>
          <p:cNvSpPr>
            <a:spLocks noGrp="1"/>
          </p:cNvSpPr>
          <p:nvPr>
            <p:ph sz="quarter" idx="14"/>
          </p:nvPr>
        </p:nvSpPr>
        <p:spPr>
          <a:xfrm>
            <a:off x="6084002" y="864000"/>
            <a:ext cx="2700000" cy="180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8" name="Inhaltsplatzhalter 4"/>
          <p:cNvSpPr>
            <a:spLocks noGrp="1"/>
          </p:cNvSpPr>
          <p:nvPr>
            <p:ph sz="quarter" idx="15"/>
          </p:nvPr>
        </p:nvSpPr>
        <p:spPr>
          <a:xfrm>
            <a:off x="360001" y="2844000"/>
            <a:ext cx="2700000" cy="180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9" name="Inhaltsplatzhalter 5"/>
          <p:cNvSpPr>
            <a:spLocks noGrp="1"/>
          </p:cNvSpPr>
          <p:nvPr>
            <p:ph sz="quarter" idx="16"/>
          </p:nvPr>
        </p:nvSpPr>
        <p:spPr>
          <a:xfrm>
            <a:off x="3222002" y="2843777"/>
            <a:ext cx="2700000" cy="1800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0" name="Inhaltsplatzhalter 6"/>
          <p:cNvSpPr>
            <a:spLocks noGrp="1"/>
          </p:cNvSpPr>
          <p:nvPr>
            <p:ph sz="quarter" idx="17"/>
          </p:nvPr>
        </p:nvSpPr>
        <p:spPr>
          <a:xfrm>
            <a:off x="6084002" y="2843777"/>
            <a:ext cx="2700000" cy="1800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2166009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8" name="Rechteck 7"/>
          <p:cNvSpPr/>
          <p:nvPr/>
        </p:nvSpPr>
        <p:spPr>
          <a:xfrm>
            <a:off x="340818" y="4707947"/>
            <a:ext cx="4610366" cy="36000"/>
          </a:xfrm>
          <a:prstGeom prst="rect">
            <a:avLst/>
          </a:prstGeom>
          <a:solidFill>
            <a:schemeClr val="bg1"/>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9991" tIns="89991" rIns="89991" bIns="89991" numCol="1" spcCol="0" rtlCol="0" fromWordArt="0" anchor="ctr" anchorCtr="0" forceAA="0" compatLnSpc="1">
            <a:prstTxWarp prst="textNoShape">
              <a:avLst/>
            </a:prstTxWarp>
            <a:noAutofit/>
          </a:bodyPr>
          <a:lstStyle/>
          <a:p>
            <a:pPr algn="ctr" fontAlgn="base">
              <a:lnSpc>
                <a:spcPts val="1699"/>
              </a:lnSpc>
              <a:spcBef>
                <a:spcPts val="840"/>
              </a:spcBef>
              <a:spcAft>
                <a:spcPct val="0"/>
              </a:spcAft>
            </a:pPr>
            <a:endParaRPr lang="de-DE" sz="1200" dirty="0" err="1">
              <a:solidFill>
                <a:srgbClr val="000000"/>
              </a:solidFill>
              <a:cs typeface="Tahoma" pitchFamily="34" charset="0"/>
            </a:endParaRPr>
          </a:p>
        </p:txBody>
      </p:sp>
      <p:sp>
        <p:nvSpPr>
          <p:cNvPr id="2" name="Titel 1"/>
          <p:cNvSpPr>
            <a:spLocks noGrp="1"/>
          </p:cNvSpPr>
          <p:nvPr>
            <p:ph type="title"/>
          </p:nvPr>
        </p:nvSpPr>
        <p:spPr>
          <a:xfrm>
            <a:off x="360362" y="143999"/>
            <a:ext cx="4122000" cy="1008395"/>
          </a:xfrm>
        </p:spPr>
        <p:txBody>
          <a:bodyPr/>
          <a:lstStyle/>
          <a:p>
            <a:r>
              <a:rPr lang="en-US"/>
              <a:t>Click to edit Master title style</a:t>
            </a:r>
            <a:endParaRPr lang="de-DE" dirty="0"/>
          </a:p>
        </p:txBody>
      </p:sp>
      <p:sp>
        <p:nvSpPr>
          <p:cNvPr id="3" name="Fußzeilenplatzhalter 2"/>
          <p:cNvSpPr>
            <a:spLocks noGrp="1"/>
          </p:cNvSpPr>
          <p:nvPr>
            <p:ph type="ftr" sz="quarter" idx="10"/>
          </p:nvPr>
        </p:nvSpPr>
        <p:spPr>
          <a:xfrm>
            <a:off x="929391" y="4890652"/>
            <a:ext cx="3564000" cy="108000"/>
          </a:xfrm>
        </p:spPr>
        <p:txBody>
          <a:bodyPr/>
          <a:lstStyle/>
          <a:p>
            <a:pPr>
              <a:lnSpc>
                <a:spcPts val="800"/>
              </a:lnSpc>
            </a:pPr>
            <a:endParaRPr lang="de-DE">
              <a:solidFill>
                <a:srgbClr val="000000"/>
              </a:solidFill>
            </a:endParaRPr>
          </a:p>
        </p:txBody>
      </p:sp>
      <p:sp>
        <p:nvSpPr>
          <p:cNvPr id="6" name="Inhaltsplatzhalter 2"/>
          <p:cNvSpPr>
            <a:spLocks noGrp="1"/>
          </p:cNvSpPr>
          <p:nvPr>
            <p:ph idx="1"/>
          </p:nvPr>
        </p:nvSpPr>
        <p:spPr bwMode="gray">
          <a:xfrm>
            <a:off x="360003" y="1403999"/>
            <a:ext cx="4122737" cy="324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Bildplatzhalter 2"/>
          <p:cNvSpPr>
            <a:spLocks noGrp="1"/>
          </p:cNvSpPr>
          <p:nvPr>
            <p:ph type="pic" sz="quarter" idx="12"/>
          </p:nvPr>
        </p:nvSpPr>
        <p:spPr>
          <a:xfrm>
            <a:off x="4661096" y="0"/>
            <a:ext cx="4482904" cy="5143500"/>
          </a:xfrm>
          <a:solidFill>
            <a:schemeClr val="bg2"/>
          </a:solidFill>
        </p:spPr>
        <p:txBody>
          <a:bodyPr/>
          <a:lstStyle/>
          <a:p>
            <a:r>
              <a:rPr lang="en-US"/>
              <a:t>Click icon to add picture</a:t>
            </a:r>
            <a:endParaRPr lang="de-DE"/>
          </a:p>
        </p:txBody>
      </p:sp>
      <p:sp>
        <p:nvSpPr>
          <p:cNvPr id="4" name="Foliennummernplatzhalter 3"/>
          <p:cNvSpPr>
            <a:spLocks noGrp="1"/>
          </p:cNvSpPr>
          <p:nvPr>
            <p:ph type="sldNum" sz="quarter" idx="11"/>
          </p:nvPr>
        </p:nvSpPr>
        <p:spPr/>
        <p:txBody>
          <a:bodyPr/>
          <a:lstStyle>
            <a:lvl1pPr>
              <a:defRPr>
                <a:solidFill>
                  <a:schemeClr val="bg1"/>
                </a:solidFill>
              </a:defRPr>
            </a:lvl1pPr>
          </a:lstStyle>
          <a:p>
            <a:pPr>
              <a:lnSpc>
                <a:spcPts val="800"/>
              </a:lnSpc>
            </a:pPr>
            <a:fld id="{D985BC7C-F6A2-4FED-9217-735A5E10A319}" type="slidenum">
              <a:rPr lang="de-DE" smtClean="0">
                <a:solidFill>
                  <a:srgbClr val="FFFFFF"/>
                </a:solidFill>
              </a:rPr>
              <a:pPr>
                <a:lnSpc>
                  <a:spcPts val="800"/>
                </a:lnSpc>
              </a:pPr>
              <a:t>‹#›</a:t>
            </a:fld>
            <a:endParaRPr lang="de-DE">
              <a:solidFill>
                <a:srgbClr val="FFFFFF"/>
              </a:solidFill>
            </a:endParaRPr>
          </a:p>
        </p:txBody>
      </p:sp>
      <p:cxnSp>
        <p:nvCxnSpPr>
          <p:cNvPr id="13" name="Gerade Verbindung 8"/>
          <p:cNvCxnSpPr/>
          <p:nvPr userDrawn="1"/>
        </p:nvCxnSpPr>
        <p:spPr>
          <a:xfrm>
            <a:off x="360004" y="4722301"/>
            <a:ext cx="4122737" cy="53"/>
          </a:xfrm>
          <a:prstGeom prst="line">
            <a:avLst/>
          </a:prstGeom>
          <a:ln w="19050" cap="rnd">
            <a:solidFill>
              <a:schemeClr val="accent4"/>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4862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two Pictures">
    <p:spTree>
      <p:nvGrpSpPr>
        <p:cNvPr id="1" name=""/>
        <p:cNvGrpSpPr/>
        <p:nvPr/>
      </p:nvGrpSpPr>
      <p:grpSpPr>
        <a:xfrm>
          <a:off x="0" y="0"/>
          <a:ext cx="0" cy="0"/>
          <a:chOff x="0" y="0"/>
          <a:chExt cx="0" cy="0"/>
        </a:xfrm>
      </p:grpSpPr>
      <p:sp>
        <p:nvSpPr>
          <p:cNvPr id="9" name="Rechteck 8"/>
          <p:cNvSpPr/>
          <p:nvPr/>
        </p:nvSpPr>
        <p:spPr>
          <a:xfrm>
            <a:off x="340818" y="4707947"/>
            <a:ext cx="4610366" cy="36000"/>
          </a:xfrm>
          <a:prstGeom prst="rect">
            <a:avLst/>
          </a:prstGeom>
          <a:solidFill>
            <a:schemeClr val="bg1"/>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9991" tIns="89991" rIns="89991" bIns="89991" numCol="1" spcCol="0" rtlCol="0" fromWordArt="0" anchor="ctr" anchorCtr="0" forceAA="0" compatLnSpc="1">
            <a:prstTxWarp prst="textNoShape">
              <a:avLst/>
            </a:prstTxWarp>
            <a:noAutofit/>
          </a:bodyPr>
          <a:lstStyle/>
          <a:p>
            <a:pPr algn="ctr" fontAlgn="base">
              <a:lnSpc>
                <a:spcPts val="1699"/>
              </a:lnSpc>
              <a:spcBef>
                <a:spcPts val="840"/>
              </a:spcBef>
              <a:spcAft>
                <a:spcPct val="0"/>
              </a:spcAft>
            </a:pPr>
            <a:endParaRPr lang="de-DE" sz="1200" dirty="0" err="1">
              <a:solidFill>
                <a:srgbClr val="000000"/>
              </a:solidFill>
              <a:cs typeface="Tahoma" pitchFamily="34" charset="0"/>
            </a:endParaRPr>
          </a:p>
        </p:txBody>
      </p:sp>
      <p:sp>
        <p:nvSpPr>
          <p:cNvPr id="2" name="Titel 1"/>
          <p:cNvSpPr>
            <a:spLocks noGrp="1"/>
          </p:cNvSpPr>
          <p:nvPr>
            <p:ph type="title"/>
          </p:nvPr>
        </p:nvSpPr>
        <p:spPr>
          <a:xfrm>
            <a:off x="360362" y="143999"/>
            <a:ext cx="4122000" cy="1008395"/>
          </a:xfrm>
        </p:spPr>
        <p:txBody>
          <a:bodyPr/>
          <a:lstStyle/>
          <a:p>
            <a:r>
              <a:rPr lang="en-US"/>
              <a:t>Click to edit Master title style</a:t>
            </a:r>
            <a:endParaRPr lang="de-DE" dirty="0"/>
          </a:p>
        </p:txBody>
      </p:sp>
      <p:sp>
        <p:nvSpPr>
          <p:cNvPr id="3" name="Fußzeilenplatzhalter 2"/>
          <p:cNvSpPr>
            <a:spLocks noGrp="1"/>
          </p:cNvSpPr>
          <p:nvPr>
            <p:ph type="ftr" sz="quarter" idx="10"/>
          </p:nvPr>
        </p:nvSpPr>
        <p:spPr>
          <a:xfrm>
            <a:off x="929391" y="4890652"/>
            <a:ext cx="3563234" cy="108000"/>
          </a:xfrm>
        </p:spPr>
        <p:txBody>
          <a:bodyPr/>
          <a:lstStyle/>
          <a:p>
            <a:pPr>
              <a:lnSpc>
                <a:spcPts val="800"/>
              </a:lnSpc>
            </a:pPr>
            <a:endParaRPr lang="de-DE">
              <a:solidFill>
                <a:srgbClr val="000000"/>
              </a:solidFill>
            </a:endParaRPr>
          </a:p>
        </p:txBody>
      </p:sp>
      <p:sp>
        <p:nvSpPr>
          <p:cNvPr id="5" name="Inhaltsplatzhalter 2"/>
          <p:cNvSpPr>
            <a:spLocks noGrp="1"/>
          </p:cNvSpPr>
          <p:nvPr>
            <p:ph idx="1"/>
          </p:nvPr>
        </p:nvSpPr>
        <p:spPr bwMode="gray">
          <a:xfrm>
            <a:off x="360003" y="1403999"/>
            <a:ext cx="4122737" cy="324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6" name="Bildplatzhalter 1"/>
          <p:cNvSpPr>
            <a:spLocks noGrp="1"/>
          </p:cNvSpPr>
          <p:nvPr>
            <p:ph type="pic" sz="quarter" idx="12"/>
          </p:nvPr>
        </p:nvSpPr>
        <p:spPr>
          <a:xfrm>
            <a:off x="4661096" y="2"/>
            <a:ext cx="4482904" cy="2574000"/>
          </a:xfrm>
          <a:solidFill>
            <a:schemeClr val="bg2"/>
          </a:solidFill>
        </p:spPr>
        <p:txBody>
          <a:bodyPr/>
          <a:lstStyle/>
          <a:p>
            <a:r>
              <a:rPr lang="en-US"/>
              <a:t>Click icon to add picture</a:t>
            </a:r>
            <a:endParaRPr lang="de-DE"/>
          </a:p>
        </p:txBody>
      </p:sp>
      <p:sp>
        <p:nvSpPr>
          <p:cNvPr id="8" name="Bildplatzhalter 2"/>
          <p:cNvSpPr>
            <a:spLocks noGrp="1"/>
          </p:cNvSpPr>
          <p:nvPr>
            <p:ph type="pic" sz="quarter" idx="13"/>
          </p:nvPr>
        </p:nvSpPr>
        <p:spPr>
          <a:xfrm>
            <a:off x="4661096" y="2574002"/>
            <a:ext cx="4482904" cy="2574000"/>
          </a:xfrm>
          <a:solidFill>
            <a:schemeClr val="bg2"/>
          </a:solidFill>
        </p:spPr>
        <p:txBody>
          <a:bodyPr/>
          <a:lstStyle/>
          <a:p>
            <a:r>
              <a:rPr lang="en-US"/>
              <a:t>Click icon to add picture</a:t>
            </a:r>
            <a:endParaRPr lang="de-DE"/>
          </a:p>
        </p:txBody>
      </p:sp>
      <p:sp>
        <p:nvSpPr>
          <p:cNvPr id="4" name="Foliennummernplatzhalter 3"/>
          <p:cNvSpPr>
            <a:spLocks noGrp="1"/>
          </p:cNvSpPr>
          <p:nvPr>
            <p:ph type="sldNum" sz="quarter" idx="11"/>
          </p:nvPr>
        </p:nvSpPr>
        <p:spPr/>
        <p:txBody>
          <a:bodyPr/>
          <a:lstStyle>
            <a:lvl1pPr>
              <a:defRPr>
                <a:solidFill>
                  <a:schemeClr val="bg1"/>
                </a:solidFill>
              </a:defRPr>
            </a:lvl1pPr>
          </a:lstStyle>
          <a:p>
            <a:pPr>
              <a:lnSpc>
                <a:spcPts val="800"/>
              </a:lnSpc>
            </a:pPr>
            <a:fld id="{D985BC7C-F6A2-4FED-9217-735A5E10A319}" type="slidenum">
              <a:rPr lang="de-DE" smtClean="0">
                <a:solidFill>
                  <a:srgbClr val="FFFFFF"/>
                </a:solidFill>
              </a:rPr>
              <a:pPr>
                <a:lnSpc>
                  <a:spcPts val="800"/>
                </a:lnSpc>
              </a:pPr>
              <a:t>‹#›</a:t>
            </a:fld>
            <a:endParaRPr lang="de-DE">
              <a:solidFill>
                <a:srgbClr val="FFFFFF"/>
              </a:solidFill>
            </a:endParaRPr>
          </a:p>
        </p:txBody>
      </p:sp>
      <p:cxnSp>
        <p:nvCxnSpPr>
          <p:cNvPr id="10" name="Gerade Verbindung 9"/>
          <p:cNvCxnSpPr/>
          <p:nvPr/>
        </p:nvCxnSpPr>
        <p:spPr>
          <a:xfrm>
            <a:off x="360004" y="4722301"/>
            <a:ext cx="4122737" cy="53"/>
          </a:xfrm>
          <a:prstGeom prst="line">
            <a:avLst/>
          </a:prstGeom>
          <a:ln w="19050" cap="rnd">
            <a:solidFill>
              <a:schemeClr val="accent4"/>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0303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and Picture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Fußzeilenplatzhalter 2"/>
          <p:cNvSpPr>
            <a:spLocks noGrp="1"/>
          </p:cNvSpPr>
          <p:nvPr>
            <p:ph type="ftr" sz="quarter" idx="10"/>
          </p:nvPr>
        </p:nvSpPr>
        <p:spPr/>
        <p:txBody>
          <a:bodyPr/>
          <a:lstStyle/>
          <a:p>
            <a:pPr>
              <a:lnSpc>
                <a:spcPts val="800"/>
              </a:lnSpc>
            </a:pPr>
            <a:endParaRPr lang="de-DE">
              <a:solidFill>
                <a:srgbClr val="000000"/>
              </a:solidFill>
            </a:endParaRPr>
          </a:p>
        </p:txBody>
      </p:sp>
      <p:sp>
        <p:nvSpPr>
          <p:cNvPr id="4" name="Foliennummernplatzhalter 3"/>
          <p:cNvSpPr>
            <a:spLocks noGrp="1"/>
          </p:cNvSpPr>
          <p:nvPr>
            <p:ph type="sldNum" sz="quarter" idx="11"/>
          </p:nvPr>
        </p:nvSpPr>
        <p:spPr/>
        <p:txBody>
          <a:bodyPr/>
          <a:lstStyle>
            <a:lvl1pPr>
              <a:defRPr>
                <a:solidFill>
                  <a:schemeClr val="accent4"/>
                </a:solidFill>
              </a:defRPr>
            </a:lvl1pPr>
          </a:lstStyle>
          <a:p>
            <a:pPr>
              <a:lnSpc>
                <a:spcPts val="800"/>
              </a:lnSpc>
            </a:pPr>
            <a:fld id="{D985BC7C-F6A2-4FED-9217-735A5E10A319}" type="slidenum">
              <a:rPr lang="de-DE" smtClean="0"/>
              <a:pPr>
                <a:lnSpc>
                  <a:spcPts val="800"/>
                </a:lnSpc>
              </a:pPr>
              <a:t>‹#›</a:t>
            </a:fld>
            <a:endParaRPr lang="de-DE"/>
          </a:p>
        </p:txBody>
      </p:sp>
      <p:sp>
        <p:nvSpPr>
          <p:cNvPr id="5" name="Textplatzhalter 1"/>
          <p:cNvSpPr>
            <a:spLocks noGrp="1"/>
          </p:cNvSpPr>
          <p:nvPr>
            <p:ph type="body" sz="quarter" idx="12"/>
          </p:nvPr>
        </p:nvSpPr>
        <p:spPr>
          <a:xfrm>
            <a:off x="360001" y="1181760"/>
            <a:ext cx="2700000" cy="216000"/>
          </a:xfrm>
        </p:spPr>
        <p:txBody>
          <a:bodyPr anchor="b" anchorCtr="0"/>
          <a:lstStyle>
            <a:lvl1pPr marL="0" indent="0">
              <a:lnSpc>
                <a:spcPct val="100000"/>
              </a:lnSpc>
              <a:spcBef>
                <a:spcPts val="0"/>
              </a:spcBef>
              <a:buFontTx/>
              <a:buNone/>
              <a:defRPr sz="1400" b="1">
                <a:solidFill>
                  <a:schemeClr val="accent4"/>
                </a:solidFill>
              </a:defRPr>
            </a:lvl1pPr>
            <a:lvl2pPr marL="0" indent="0">
              <a:lnSpc>
                <a:spcPct val="100000"/>
              </a:lnSpc>
              <a:spcBef>
                <a:spcPts val="0"/>
              </a:spcBef>
              <a:buFontTx/>
              <a:buNone/>
              <a:defRPr sz="1400" b="1">
                <a:solidFill>
                  <a:schemeClr val="tx2"/>
                </a:solidFill>
              </a:defRPr>
            </a:lvl2pPr>
            <a:lvl3pPr marL="0" indent="0">
              <a:lnSpc>
                <a:spcPct val="100000"/>
              </a:lnSpc>
              <a:spcBef>
                <a:spcPts val="0"/>
              </a:spcBef>
              <a:buFontTx/>
              <a:buNone/>
              <a:defRPr sz="1400" b="1">
                <a:solidFill>
                  <a:schemeClr val="tx2"/>
                </a:solidFill>
              </a:defRPr>
            </a:lvl3pPr>
            <a:lvl4pPr marL="0" indent="0">
              <a:lnSpc>
                <a:spcPct val="100000"/>
              </a:lnSpc>
              <a:spcBef>
                <a:spcPts val="0"/>
              </a:spcBef>
              <a:buFontTx/>
              <a:buNone/>
              <a:defRPr sz="1400" b="1">
                <a:solidFill>
                  <a:schemeClr val="tx2"/>
                </a:solidFill>
              </a:defRPr>
            </a:lvl4pPr>
            <a:lvl5pPr marL="0" indent="0">
              <a:lnSpc>
                <a:spcPct val="100000"/>
              </a:lnSpc>
              <a:spcBef>
                <a:spcPts val="0"/>
              </a:spcBef>
              <a:buFontTx/>
              <a:buNone/>
              <a:defRPr sz="1400" b="1">
                <a:solidFill>
                  <a:schemeClr val="tx2"/>
                </a:solidFill>
              </a:defRPr>
            </a:lvl5pPr>
          </a:lstStyle>
          <a:p>
            <a:pPr lvl="0"/>
            <a:r>
              <a:rPr lang="en-US"/>
              <a:t>Click to edit Master text styles</a:t>
            </a:r>
          </a:p>
        </p:txBody>
      </p:sp>
      <p:sp>
        <p:nvSpPr>
          <p:cNvPr id="6" name="Textplatzhalter 2"/>
          <p:cNvSpPr>
            <a:spLocks noGrp="1"/>
          </p:cNvSpPr>
          <p:nvPr>
            <p:ph type="body" sz="quarter" idx="13"/>
          </p:nvPr>
        </p:nvSpPr>
        <p:spPr>
          <a:xfrm>
            <a:off x="3222002" y="1181760"/>
            <a:ext cx="2700000" cy="216000"/>
          </a:xfrm>
        </p:spPr>
        <p:txBody>
          <a:bodyPr anchor="b" anchorCtr="0"/>
          <a:lstStyle>
            <a:lvl1pPr marL="0" indent="0">
              <a:lnSpc>
                <a:spcPct val="100000"/>
              </a:lnSpc>
              <a:spcBef>
                <a:spcPts val="0"/>
              </a:spcBef>
              <a:buFontTx/>
              <a:buNone/>
              <a:defRPr sz="1400" b="1">
                <a:solidFill>
                  <a:schemeClr val="accent4"/>
                </a:solidFill>
              </a:defRPr>
            </a:lvl1pPr>
            <a:lvl2pPr marL="0" indent="0">
              <a:lnSpc>
                <a:spcPct val="100000"/>
              </a:lnSpc>
              <a:spcBef>
                <a:spcPts val="0"/>
              </a:spcBef>
              <a:buFontTx/>
              <a:buNone/>
              <a:defRPr sz="1400" b="1">
                <a:solidFill>
                  <a:schemeClr val="tx2"/>
                </a:solidFill>
              </a:defRPr>
            </a:lvl2pPr>
            <a:lvl3pPr marL="0" indent="0">
              <a:lnSpc>
                <a:spcPct val="100000"/>
              </a:lnSpc>
              <a:spcBef>
                <a:spcPts val="0"/>
              </a:spcBef>
              <a:buFontTx/>
              <a:buNone/>
              <a:defRPr sz="1400" b="1">
                <a:solidFill>
                  <a:schemeClr val="tx2"/>
                </a:solidFill>
              </a:defRPr>
            </a:lvl3pPr>
            <a:lvl4pPr marL="0" indent="0">
              <a:lnSpc>
                <a:spcPct val="100000"/>
              </a:lnSpc>
              <a:spcBef>
                <a:spcPts val="0"/>
              </a:spcBef>
              <a:buFontTx/>
              <a:buNone/>
              <a:defRPr sz="1400" b="1">
                <a:solidFill>
                  <a:schemeClr val="tx2"/>
                </a:solidFill>
              </a:defRPr>
            </a:lvl4pPr>
            <a:lvl5pPr marL="0" indent="0">
              <a:lnSpc>
                <a:spcPct val="100000"/>
              </a:lnSpc>
              <a:spcBef>
                <a:spcPts val="0"/>
              </a:spcBef>
              <a:buFontTx/>
              <a:buNone/>
              <a:defRPr sz="1400" b="1">
                <a:solidFill>
                  <a:schemeClr val="tx2"/>
                </a:solidFill>
              </a:defRPr>
            </a:lvl5pPr>
          </a:lstStyle>
          <a:p>
            <a:pPr lvl="0"/>
            <a:r>
              <a:rPr lang="en-US"/>
              <a:t>Click to edit Master text styles</a:t>
            </a:r>
          </a:p>
        </p:txBody>
      </p:sp>
      <p:sp>
        <p:nvSpPr>
          <p:cNvPr id="7" name="Textplatzhalter 3"/>
          <p:cNvSpPr>
            <a:spLocks noGrp="1"/>
          </p:cNvSpPr>
          <p:nvPr>
            <p:ph type="body" sz="quarter" idx="14"/>
          </p:nvPr>
        </p:nvSpPr>
        <p:spPr>
          <a:xfrm>
            <a:off x="6084002" y="1181760"/>
            <a:ext cx="2700000" cy="216000"/>
          </a:xfrm>
        </p:spPr>
        <p:txBody>
          <a:bodyPr anchor="b" anchorCtr="0"/>
          <a:lstStyle>
            <a:lvl1pPr marL="0" indent="0">
              <a:lnSpc>
                <a:spcPct val="100000"/>
              </a:lnSpc>
              <a:spcBef>
                <a:spcPts val="0"/>
              </a:spcBef>
              <a:buFontTx/>
              <a:buNone/>
              <a:defRPr sz="1400" b="1">
                <a:solidFill>
                  <a:schemeClr val="accent4"/>
                </a:solidFill>
              </a:defRPr>
            </a:lvl1pPr>
            <a:lvl2pPr marL="0" indent="0">
              <a:lnSpc>
                <a:spcPct val="100000"/>
              </a:lnSpc>
              <a:spcBef>
                <a:spcPts val="0"/>
              </a:spcBef>
              <a:buFontTx/>
              <a:buNone/>
              <a:defRPr sz="1400" b="1">
                <a:solidFill>
                  <a:schemeClr val="tx2"/>
                </a:solidFill>
              </a:defRPr>
            </a:lvl2pPr>
            <a:lvl3pPr marL="0" indent="0">
              <a:lnSpc>
                <a:spcPct val="100000"/>
              </a:lnSpc>
              <a:spcBef>
                <a:spcPts val="0"/>
              </a:spcBef>
              <a:buFontTx/>
              <a:buNone/>
              <a:defRPr sz="1400" b="1">
                <a:solidFill>
                  <a:schemeClr val="tx2"/>
                </a:solidFill>
              </a:defRPr>
            </a:lvl3pPr>
            <a:lvl4pPr marL="0" indent="0">
              <a:lnSpc>
                <a:spcPct val="100000"/>
              </a:lnSpc>
              <a:spcBef>
                <a:spcPts val="0"/>
              </a:spcBef>
              <a:buFontTx/>
              <a:buNone/>
              <a:defRPr sz="1400" b="1">
                <a:solidFill>
                  <a:schemeClr val="tx2"/>
                </a:solidFill>
              </a:defRPr>
            </a:lvl4pPr>
            <a:lvl5pPr marL="0" indent="0">
              <a:lnSpc>
                <a:spcPct val="100000"/>
              </a:lnSpc>
              <a:spcBef>
                <a:spcPts val="0"/>
              </a:spcBef>
              <a:buFontTx/>
              <a:buNone/>
              <a:defRPr sz="1400" b="1">
                <a:solidFill>
                  <a:schemeClr val="tx2"/>
                </a:solidFill>
              </a:defRPr>
            </a:lvl5pPr>
          </a:lstStyle>
          <a:p>
            <a:pPr lvl="0"/>
            <a:r>
              <a:rPr lang="en-US"/>
              <a:t>Click to edit Master text styles</a:t>
            </a:r>
          </a:p>
        </p:txBody>
      </p:sp>
      <p:sp>
        <p:nvSpPr>
          <p:cNvPr id="8" name="Bildplatzhalter 1"/>
          <p:cNvSpPr>
            <a:spLocks noGrp="1"/>
          </p:cNvSpPr>
          <p:nvPr>
            <p:ph type="pic" sz="quarter" idx="15"/>
          </p:nvPr>
        </p:nvSpPr>
        <p:spPr>
          <a:xfrm>
            <a:off x="360001" y="1544879"/>
            <a:ext cx="2700000" cy="1800000"/>
          </a:xfrm>
          <a:solidFill>
            <a:schemeClr val="bg2"/>
          </a:solidFill>
        </p:spPr>
        <p:txBody>
          <a:bodyPr/>
          <a:lstStyle/>
          <a:p>
            <a:r>
              <a:rPr lang="en-US"/>
              <a:t>Click icon to add picture</a:t>
            </a:r>
            <a:endParaRPr lang="de-DE"/>
          </a:p>
        </p:txBody>
      </p:sp>
      <p:sp>
        <p:nvSpPr>
          <p:cNvPr id="9" name="Bildplatzhalter 2"/>
          <p:cNvSpPr>
            <a:spLocks noGrp="1"/>
          </p:cNvSpPr>
          <p:nvPr>
            <p:ph type="pic" sz="quarter" idx="16"/>
          </p:nvPr>
        </p:nvSpPr>
        <p:spPr>
          <a:xfrm>
            <a:off x="3222002" y="1544879"/>
            <a:ext cx="2700000" cy="1800000"/>
          </a:xfrm>
          <a:solidFill>
            <a:schemeClr val="bg2"/>
          </a:solidFill>
        </p:spPr>
        <p:txBody>
          <a:bodyPr/>
          <a:lstStyle/>
          <a:p>
            <a:r>
              <a:rPr lang="en-US"/>
              <a:t>Click icon to add picture</a:t>
            </a:r>
            <a:endParaRPr lang="de-DE"/>
          </a:p>
        </p:txBody>
      </p:sp>
      <p:sp>
        <p:nvSpPr>
          <p:cNvPr id="10" name="Bildplatzhalter 3"/>
          <p:cNvSpPr>
            <a:spLocks noGrp="1"/>
          </p:cNvSpPr>
          <p:nvPr>
            <p:ph type="pic" sz="quarter" idx="17"/>
          </p:nvPr>
        </p:nvSpPr>
        <p:spPr>
          <a:xfrm>
            <a:off x="6084002" y="1544879"/>
            <a:ext cx="2700000" cy="1800000"/>
          </a:xfrm>
          <a:solidFill>
            <a:schemeClr val="bg2"/>
          </a:solidFill>
        </p:spPr>
        <p:txBody>
          <a:bodyPr/>
          <a:lstStyle/>
          <a:p>
            <a:r>
              <a:rPr lang="en-US"/>
              <a:t>Click icon to add picture</a:t>
            </a:r>
            <a:endParaRPr lang="de-DE"/>
          </a:p>
        </p:txBody>
      </p:sp>
      <p:sp>
        <p:nvSpPr>
          <p:cNvPr id="11" name="Inhaltsplatzhalter 1"/>
          <p:cNvSpPr>
            <a:spLocks noGrp="1"/>
          </p:cNvSpPr>
          <p:nvPr>
            <p:ph sz="quarter" idx="18"/>
          </p:nvPr>
        </p:nvSpPr>
        <p:spPr>
          <a:xfrm>
            <a:off x="360001" y="3492000"/>
            <a:ext cx="2700000" cy="115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2" name="Inhaltsplatzhalter 2"/>
          <p:cNvSpPr>
            <a:spLocks noGrp="1"/>
          </p:cNvSpPr>
          <p:nvPr>
            <p:ph sz="quarter" idx="19"/>
          </p:nvPr>
        </p:nvSpPr>
        <p:spPr>
          <a:xfrm>
            <a:off x="3222002" y="3492000"/>
            <a:ext cx="2700000" cy="115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3" name="Inhaltsplatzhalter 3"/>
          <p:cNvSpPr>
            <a:spLocks noGrp="1"/>
          </p:cNvSpPr>
          <p:nvPr>
            <p:ph sz="quarter" idx="20"/>
          </p:nvPr>
        </p:nvSpPr>
        <p:spPr>
          <a:xfrm>
            <a:off x="6084002" y="3492000"/>
            <a:ext cx="2700000" cy="115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692852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Fußzeilenplatzhalter 2"/>
          <p:cNvSpPr>
            <a:spLocks noGrp="1"/>
          </p:cNvSpPr>
          <p:nvPr>
            <p:ph type="ftr" sz="quarter" idx="10"/>
          </p:nvPr>
        </p:nvSpPr>
        <p:spPr/>
        <p:txBody>
          <a:bodyPr/>
          <a:lstStyle/>
          <a:p>
            <a:pPr>
              <a:lnSpc>
                <a:spcPts val="800"/>
              </a:lnSpc>
            </a:pPr>
            <a:endParaRPr lang="de-DE">
              <a:solidFill>
                <a:srgbClr val="000000"/>
              </a:solidFill>
            </a:endParaRPr>
          </a:p>
        </p:txBody>
      </p:sp>
      <p:sp>
        <p:nvSpPr>
          <p:cNvPr id="4" name="Foliennummernplatzhalter 3"/>
          <p:cNvSpPr>
            <a:spLocks noGrp="1"/>
          </p:cNvSpPr>
          <p:nvPr>
            <p:ph type="sldNum" sz="quarter" idx="11"/>
          </p:nvPr>
        </p:nvSpPr>
        <p:spPr/>
        <p:txBody>
          <a:bodyPr/>
          <a:lstStyle>
            <a:lvl1pPr>
              <a:defRPr>
                <a:solidFill>
                  <a:schemeClr val="accent4"/>
                </a:solidFill>
              </a:defRPr>
            </a:lvl1pPr>
          </a:lstStyle>
          <a:p>
            <a:pPr>
              <a:lnSpc>
                <a:spcPts val="800"/>
              </a:lnSpc>
            </a:pPr>
            <a:fld id="{D985BC7C-F6A2-4FED-9217-735A5E10A319}" type="slidenum">
              <a:rPr lang="de-DE" smtClean="0"/>
              <a:pPr>
                <a:lnSpc>
                  <a:spcPts val="800"/>
                </a:lnSpc>
              </a:pPr>
              <a:t>‹#›</a:t>
            </a:fld>
            <a:endParaRPr lang="de-DE"/>
          </a:p>
        </p:txBody>
      </p:sp>
      <p:sp>
        <p:nvSpPr>
          <p:cNvPr id="8" name="Bildplatzhalter 7"/>
          <p:cNvSpPr>
            <a:spLocks noGrp="1"/>
          </p:cNvSpPr>
          <p:nvPr>
            <p:ph type="pic" sz="quarter" idx="12"/>
          </p:nvPr>
        </p:nvSpPr>
        <p:spPr>
          <a:xfrm>
            <a:off x="0" y="864002"/>
            <a:ext cx="9144000" cy="3780000"/>
          </a:xfrm>
          <a:solidFill>
            <a:schemeClr val="bg2"/>
          </a:solidFill>
        </p:spPr>
        <p:txBody>
          <a:bodyPr vert="horz" lIns="0" tIns="0" rIns="0" bIns="0" rtlCol="0">
            <a:noAutofit/>
          </a:bodyPr>
          <a:lstStyle>
            <a:lvl1pPr>
              <a:defRPr lang="de-DE"/>
            </a:lvl1pPr>
          </a:lstStyle>
          <a:p>
            <a:pPr lvl="0"/>
            <a:r>
              <a:rPr lang="en-US"/>
              <a:t>Click icon to add picture</a:t>
            </a:r>
            <a:endParaRPr lang="de-DE"/>
          </a:p>
        </p:txBody>
      </p:sp>
    </p:spTree>
    <p:extLst>
      <p:ext uri="{BB962C8B-B14F-4D97-AF65-F5344CB8AC3E}">
        <p14:creationId xmlns:p14="http://schemas.microsoft.com/office/powerpoint/2010/main" val="1004532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AE839375-43AA-4A5D-B991-4343C4570BCB}" type="slidenum">
              <a:rPr lang="de-DE" smtClean="0"/>
              <a:t>‹#›</a:t>
            </a:fld>
            <a:endParaRPr lang="de-DE"/>
          </a:p>
        </p:txBody>
      </p:sp>
    </p:spTree>
    <p:extLst>
      <p:ext uri="{BB962C8B-B14F-4D97-AF65-F5344CB8AC3E}">
        <p14:creationId xmlns:p14="http://schemas.microsoft.com/office/powerpoint/2010/main" val="578430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AE839375-43AA-4A5D-B991-4343C4570BCB}" type="slidenum">
              <a:rPr lang="de-DE" smtClean="0"/>
              <a:t>‹#›</a:t>
            </a:fld>
            <a:endParaRPr lang="de-DE"/>
          </a:p>
        </p:txBody>
      </p:sp>
    </p:spTree>
    <p:extLst>
      <p:ext uri="{BB962C8B-B14F-4D97-AF65-F5344CB8AC3E}">
        <p14:creationId xmlns:p14="http://schemas.microsoft.com/office/powerpoint/2010/main" val="42927813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Picture II">
    <p:spTree>
      <p:nvGrpSpPr>
        <p:cNvPr id="1" name=""/>
        <p:cNvGrpSpPr/>
        <p:nvPr/>
      </p:nvGrpSpPr>
      <p:grpSpPr>
        <a:xfrm>
          <a:off x="0" y="0"/>
          <a:ext cx="0" cy="0"/>
          <a:chOff x="0" y="0"/>
          <a:chExt cx="0" cy="0"/>
        </a:xfrm>
      </p:grpSpPr>
      <p:sp>
        <p:nvSpPr>
          <p:cNvPr id="2" name="Titel 1"/>
          <p:cNvSpPr>
            <a:spLocks noGrp="1"/>
          </p:cNvSpPr>
          <p:nvPr>
            <p:ph type="title"/>
          </p:nvPr>
        </p:nvSpPr>
        <p:spPr>
          <a:xfrm>
            <a:off x="360364" y="143956"/>
            <a:ext cx="8424001" cy="593817"/>
          </a:xfrm>
        </p:spPr>
        <p:txBody>
          <a:bodyPr/>
          <a:lstStyle/>
          <a:p>
            <a:r>
              <a:rPr lang="en-US"/>
              <a:t>Click to edit Master title style</a:t>
            </a:r>
            <a:endParaRPr lang="de-DE" dirty="0"/>
          </a:p>
        </p:txBody>
      </p:sp>
      <p:sp>
        <p:nvSpPr>
          <p:cNvPr id="7" name="Inhaltsplatzhalter 3"/>
          <p:cNvSpPr>
            <a:spLocks noGrp="1"/>
          </p:cNvSpPr>
          <p:nvPr>
            <p:ph idx="13"/>
          </p:nvPr>
        </p:nvSpPr>
        <p:spPr>
          <a:xfrm>
            <a:off x="4661096" y="864002"/>
            <a:ext cx="4122000" cy="37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AE839375-43AA-4A5D-B991-4343C4570BCB}" type="slidenum">
              <a:rPr lang="de-DE" smtClean="0"/>
              <a:t>‹#›</a:t>
            </a:fld>
            <a:endParaRPr lang="de-DE"/>
          </a:p>
        </p:txBody>
      </p:sp>
      <p:sp>
        <p:nvSpPr>
          <p:cNvPr id="8" name="Bildplatzhalter 2">
            <a:extLst>
              <a:ext uri="{FF2B5EF4-FFF2-40B4-BE49-F238E27FC236}">
                <a16:creationId xmlns:a16="http://schemas.microsoft.com/office/drawing/2014/main" id="{68002865-4DF0-4DF0-9A0B-10DDC8EA3CE9}"/>
              </a:ext>
            </a:extLst>
          </p:cNvPr>
          <p:cNvSpPr>
            <a:spLocks noGrp="1"/>
          </p:cNvSpPr>
          <p:nvPr>
            <p:ph type="pic" sz="quarter" idx="14"/>
          </p:nvPr>
        </p:nvSpPr>
        <p:spPr>
          <a:xfrm>
            <a:off x="360005" y="864003"/>
            <a:ext cx="4122737" cy="3780000"/>
          </a:xfrm>
          <a:solidFill>
            <a:schemeClr val="bg2"/>
          </a:solidFill>
        </p:spPr>
        <p:txBody>
          <a:bodyPr/>
          <a:lstStyle/>
          <a:p>
            <a:r>
              <a:rPr lang="en-US"/>
              <a:t>Click icon to add picture</a:t>
            </a:r>
            <a:endParaRPr lang="de-DE"/>
          </a:p>
        </p:txBody>
      </p:sp>
    </p:spTree>
    <p:extLst>
      <p:ext uri="{BB962C8B-B14F-4D97-AF65-F5344CB8AC3E}">
        <p14:creationId xmlns:p14="http://schemas.microsoft.com/office/powerpoint/2010/main" val="6500132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two Pictures II">
    <p:spTree>
      <p:nvGrpSpPr>
        <p:cNvPr id="1" name=""/>
        <p:cNvGrpSpPr/>
        <p:nvPr/>
      </p:nvGrpSpPr>
      <p:grpSpPr>
        <a:xfrm>
          <a:off x="0" y="0"/>
          <a:ext cx="0" cy="0"/>
          <a:chOff x="0" y="0"/>
          <a:chExt cx="0" cy="0"/>
        </a:xfrm>
      </p:grpSpPr>
      <p:sp>
        <p:nvSpPr>
          <p:cNvPr id="2" name="Titel 1"/>
          <p:cNvSpPr>
            <a:spLocks noGrp="1"/>
          </p:cNvSpPr>
          <p:nvPr>
            <p:ph type="title"/>
          </p:nvPr>
        </p:nvSpPr>
        <p:spPr>
          <a:xfrm>
            <a:off x="360364" y="143956"/>
            <a:ext cx="8424001" cy="593817"/>
          </a:xfrm>
        </p:spPr>
        <p:txBody>
          <a:bodyPr/>
          <a:lstStyle/>
          <a:p>
            <a:r>
              <a:rPr lang="en-US"/>
              <a:t>Click to edit Master title style</a:t>
            </a:r>
            <a:endParaRPr lang="de-DE" dirty="0"/>
          </a:p>
        </p:txBody>
      </p:sp>
      <p:sp>
        <p:nvSpPr>
          <p:cNvPr id="7" name="Inhaltsplatzhalter 3"/>
          <p:cNvSpPr>
            <a:spLocks noGrp="1"/>
          </p:cNvSpPr>
          <p:nvPr>
            <p:ph idx="13"/>
          </p:nvPr>
        </p:nvSpPr>
        <p:spPr>
          <a:xfrm>
            <a:off x="4661096" y="864002"/>
            <a:ext cx="4122000" cy="37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AE839375-43AA-4A5D-B991-4343C4570BCB}" type="slidenum">
              <a:rPr lang="de-DE" smtClean="0"/>
              <a:t>‹#›</a:t>
            </a:fld>
            <a:endParaRPr lang="de-DE"/>
          </a:p>
        </p:txBody>
      </p:sp>
      <p:sp>
        <p:nvSpPr>
          <p:cNvPr id="9" name="Bildplatzhalter 1">
            <a:extLst>
              <a:ext uri="{FF2B5EF4-FFF2-40B4-BE49-F238E27FC236}">
                <a16:creationId xmlns:a16="http://schemas.microsoft.com/office/drawing/2014/main" id="{3D9FB89A-7413-4EB9-968E-FD2E7383E9BD}"/>
              </a:ext>
            </a:extLst>
          </p:cNvPr>
          <p:cNvSpPr>
            <a:spLocks noGrp="1"/>
          </p:cNvSpPr>
          <p:nvPr>
            <p:ph type="pic" sz="quarter" idx="14"/>
          </p:nvPr>
        </p:nvSpPr>
        <p:spPr>
          <a:xfrm>
            <a:off x="360004" y="863999"/>
            <a:ext cx="4122737" cy="1800000"/>
          </a:xfrm>
          <a:solidFill>
            <a:schemeClr val="bg2"/>
          </a:solidFill>
        </p:spPr>
        <p:txBody>
          <a:bodyPr/>
          <a:lstStyle/>
          <a:p>
            <a:r>
              <a:rPr lang="en-US"/>
              <a:t>Click icon to add picture</a:t>
            </a:r>
            <a:endParaRPr lang="de-DE"/>
          </a:p>
        </p:txBody>
      </p:sp>
      <p:sp>
        <p:nvSpPr>
          <p:cNvPr id="10" name="Bildplatzhalter 2">
            <a:extLst>
              <a:ext uri="{FF2B5EF4-FFF2-40B4-BE49-F238E27FC236}">
                <a16:creationId xmlns:a16="http://schemas.microsoft.com/office/drawing/2014/main" id="{719FEAE7-3FB4-4550-84CA-2F14276DF786}"/>
              </a:ext>
            </a:extLst>
          </p:cNvPr>
          <p:cNvSpPr>
            <a:spLocks noGrp="1"/>
          </p:cNvSpPr>
          <p:nvPr>
            <p:ph type="pic" sz="quarter" idx="15"/>
          </p:nvPr>
        </p:nvSpPr>
        <p:spPr>
          <a:xfrm>
            <a:off x="360004" y="2844000"/>
            <a:ext cx="4122737" cy="1800000"/>
          </a:xfrm>
          <a:solidFill>
            <a:schemeClr val="bg2"/>
          </a:solidFill>
        </p:spPr>
        <p:txBody>
          <a:bodyPr/>
          <a:lstStyle/>
          <a:p>
            <a:r>
              <a:rPr lang="en-US"/>
              <a:t>Click icon to add picture</a:t>
            </a:r>
            <a:endParaRPr lang="de-DE"/>
          </a:p>
        </p:txBody>
      </p:sp>
    </p:spTree>
    <p:extLst>
      <p:ext uri="{BB962C8B-B14F-4D97-AF65-F5344CB8AC3E}">
        <p14:creationId xmlns:p14="http://schemas.microsoft.com/office/powerpoint/2010/main" val="20218758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with Picture">
    <p:spTree>
      <p:nvGrpSpPr>
        <p:cNvPr id="1" name=""/>
        <p:cNvGrpSpPr/>
        <p:nvPr/>
      </p:nvGrpSpPr>
      <p:grpSpPr>
        <a:xfrm>
          <a:off x="0" y="0"/>
          <a:ext cx="0" cy="0"/>
          <a:chOff x="0" y="0"/>
          <a:chExt cx="0" cy="0"/>
        </a:xfrm>
      </p:grpSpPr>
      <p:sp>
        <p:nvSpPr>
          <p:cNvPr id="2" name="Titel 1"/>
          <p:cNvSpPr>
            <a:spLocks noGrp="1"/>
          </p:cNvSpPr>
          <p:nvPr>
            <p:ph type="title"/>
          </p:nvPr>
        </p:nvSpPr>
        <p:spPr>
          <a:xfrm>
            <a:off x="360364" y="143956"/>
            <a:ext cx="8424001" cy="593817"/>
          </a:xfrm>
        </p:spPr>
        <p:txBody>
          <a:bodyPr/>
          <a:lstStyle/>
          <a:p>
            <a:r>
              <a:rPr lang="en-US"/>
              <a:t>Click to edit Master title style</a:t>
            </a:r>
            <a:endParaRPr lang="de-DE" dirty="0"/>
          </a:p>
        </p:txBody>
      </p:sp>
      <p:sp>
        <p:nvSpPr>
          <p:cNvPr id="3" name="Inhaltsplatzhalter 2"/>
          <p:cNvSpPr>
            <a:spLocks noGrp="1"/>
          </p:cNvSpPr>
          <p:nvPr>
            <p:ph idx="1"/>
          </p:nvPr>
        </p:nvSpPr>
        <p:spPr>
          <a:xfrm>
            <a:off x="360003" y="2844000"/>
            <a:ext cx="4122737" cy="180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Inhaltsplatzhalter 3"/>
          <p:cNvSpPr>
            <a:spLocks noGrp="1"/>
          </p:cNvSpPr>
          <p:nvPr>
            <p:ph idx="13"/>
          </p:nvPr>
        </p:nvSpPr>
        <p:spPr>
          <a:xfrm>
            <a:off x="4661096" y="864002"/>
            <a:ext cx="4122000" cy="37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AE839375-43AA-4A5D-B991-4343C4570BCB}" type="slidenum">
              <a:rPr lang="de-DE" smtClean="0"/>
              <a:t>‹#›</a:t>
            </a:fld>
            <a:endParaRPr lang="de-DE"/>
          </a:p>
        </p:txBody>
      </p:sp>
      <p:sp>
        <p:nvSpPr>
          <p:cNvPr id="8" name="Bildplatzhalter 1">
            <a:extLst>
              <a:ext uri="{FF2B5EF4-FFF2-40B4-BE49-F238E27FC236}">
                <a16:creationId xmlns:a16="http://schemas.microsoft.com/office/drawing/2014/main" id="{4244940D-BCF9-4854-A262-67E8EFBBB0CA}"/>
              </a:ext>
            </a:extLst>
          </p:cNvPr>
          <p:cNvSpPr>
            <a:spLocks noGrp="1"/>
          </p:cNvSpPr>
          <p:nvPr>
            <p:ph type="pic" sz="quarter" idx="14"/>
          </p:nvPr>
        </p:nvSpPr>
        <p:spPr>
          <a:xfrm>
            <a:off x="360004" y="863999"/>
            <a:ext cx="4122737" cy="1800000"/>
          </a:xfrm>
          <a:solidFill>
            <a:schemeClr val="bg2"/>
          </a:solidFill>
        </p:spPr>
        <p:txBody>
          <a:bodyPr/>
          <a:lstStyle/>
          <a:p>
            <a:r>
              <a:rPr lang="en-US"/>
              <a:t>Click icon to add picture</a:t>
            </a:r>
            <a:endParaRPr lang="de-DE" dirty="0"/>
          </a:p>
        </p:txBody>
      </p:sp>
    </p:spTree>
    <p:extLst>
      <p:ext uri="{BB962C8B-B14F-4D97-AF65-F5344CB8AC3E}">
        <p14:creationId xmlns:p14="http://schemas.microsoft.com/office/powerpoint/2010/main" val="18688563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two Pictures III">
    <p:spTree>
      <p:nvGrpSpPr>
        <p:cNvPr id="1" name=""/>
        <p:cNvGrpSpPr/>
        <p:nvPr/>
      </p:nvGrpSpPr>
      <p:grpSpPr>
        <a:xfrm>
          <a:off x="0" y="0"/>
          <a:ext cx="0" cy="0"/>
          <a:chOff x="0" y="0"/>
          <a:chExt cx="0" cy="0"/>
        </a:xfrm>
      </p:grpSpPr>
      <p:sp>
        <p:nvSpPr>
          <p:cNvPr id="2" name="Titel 1"/>
          <p:cNvSpPr>
            <a:spLocks noGrp="1"/>
          </p:cNvSpPr>
          <p:nvPr>
            <p:ph type="title"/>
          </p:nvPr>
        </p:nvSpPr>
        <p:spPr>
          <a:xfrm>
            <a:off x="360364" y="143956"/>
            <a:ext cx="8424001" cy="593817"/>
          </a:xfrm>
        </p:spPr>
        <p:txBody>
          <a:bodyPr/>
          <a:lstStyle/>
          <a:p>
            <a:r>
              <a:rPr lang="en-US"/>
              <a:t>Click to edit Master title style</a:t>
            </a:r>
            <a:endParaRPr lang="de-DE" dirty="0"/>
          </a:p>
        </p:txBody>
      </p:sp>
      <p:sp>
        <p:nvSpPr>
          <p:cNvPr id="7" name="Inhaltsplatzhalter 3"/>
          <p:cNvSpPr>
            <a:spLocks noGrp="1"/>
          </p:cNvSpPr>
          <p:nvPr>
            <p:ph idx="13"/>
          </p:nvPr>
        </p:nvSpPr>
        <p:spPr>
          <a:xfrm>
            <a:off x="4661096" y="864002"/>
            <a:ext cx="4122000" cy="37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AE839375-43AA-4A5D-B991-4343C4570BCB}" type="slidenum">
              <a:rPr lang="de-DE" smtClean="0"/>
              <a:t>‹#›</a:t>
            </a:fld>
            <a:endParaRPr lang="de-DE"/>
          </a:p>
        </p:txBody>
      </p:sp>
      <p:sp>
        <p:nvSpPr>
          <p:cNvPr id="9" name="Bildplatzhalter 1">
            <a:extLst>
              <a:ext uri="{FF2B5EF4-FFF2-40B4-BE49-F238E27FC236}">
                <a16:creationId xmlns:a16="http://schemas.microsoft.com/office/drawing/2014/main" id="{3D9FB89A-7413-4EB9-968E-FD2E7383E9BD}"/>
              </a:ext>
            </a:extLst>
          </p:cNvPr>
          <p:cNvSpPr>
            <a:spLocks noGrp="1"/>
          </p:cNvSpPr>
          <p:nvPr>
            <p:ph type="pic" sz="quarter" idx="14"/>
          </p:nvPr>
        </p:nvSpPr>
        <p:spPr>
          <a:xfrm>
            <a:off x="360003" y="864000"/>
            <a:ext cx="1980000" cy="3780000"/>
          </a:xfrm>
          <a:solidFill>
            <a:schemeClr val="bg2"/>
          </a:solidFill>
        </p:spPr>
        <p:txBody>
          <a:bodyPr/>
          <a:lstStyle/>
          <a:p>
            <a:r>
              <a:rPr lang="en-US"/>
              <a:t>Click icon to add picture</a:t>
            </a:r>
            <a:endParaRPr lang="de-DE"/>
          </a:p>
        </p:txBody>
      </p:sp>
      <p:sp>
        <p:nvSpPr>
          <p:cNvPr id="10" name="Bildplatzhalter 2">
            <a:extLst>
              <a:ext uri="{FF2B5EF4-FFF2-40B4-BE49-F238E27FC236}">
                <a16:creationId xmlns:a16="http://schemas.microsoft.com/office/drawing/2014/main" id="{719FEAE7-3FB4-4550-84CA-2F14276DF786}"/>
              </a:ext>
            </a:extLst>
          </p:cNvPr>
          <p:cNvSpPr>
            <a:spLocks noGrp="1"/>
          </p:cNvSpPr>
          <p:nvPr>
            <p:ph type="pic" sz="quarter" idx="15"/>
          </p:nvPr>
        </p:nvSpPr>
        <p:spPr>
          <a:xfrm>
            <a:off x="2502741" y="864002"/>
            <a:ext cx="1980000" cy="3780000"/>
          </a:xfrm>
          <a:solidFill>
            <a:schemeClr val="bg2"/>
          </a:solidFill>
        </p:spPr>
        <p:txBody>
          <a:bodyPr/>
          <a:lstStyle/>
          <a:p>
            <a:r>
              <a:rPr lang="en-US"/>
              <a:t>Click icon to add picture</a:t>
            </a:r>
            <a:endParaRPr lang="de-DE" dirty="0"/>
          </a:p>
        </p:txBody>
      </p:sp>
    </p:spTree>
    <p:extLst>
      <p:ext uri="{BB962C8B-B14F-4D97-AF65-F5344CB8AC3E}">
        <p14:creationId xmlns:p14="http://schemas.microsoft.com/office/powerpoint/2010/main" val="36346575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four Pictures">
    <p:spTree>
      <p:nvGrpSpPr>
        <p:cNvPr id="1" name=""/>
        <p:cNvGrpSpPr/>
        <p:nvPr/>
      </p:nvGrpSpPr>
      <p:grpSpPr>
        <a:xfrm>
          <a:off x="0" y="0"/>
          <a:ext cx="0" cy="0"/>
          <a:chOff x="0" y="0"/>
          <a:chExt cx="0" cy="0"/>
        </a:xfrm>
      </p:grpSpPr>
      <p:sp>
        <p:nvSpPr>
          <p:cNvPr id="2" name="Titel 1"/>
          <p:cNvSpPr>
            <a:spLocks noGrp="1"/>
          </p:cNvSpPr>
          <p:nvPr>
            <p:ph type="title"/>
          </p:nvPr>
        </p:nvSpPr>
        <p:spPr>
          <a:xfrm>
            <a:off x="360364" y="143956"/>
            <a:ext cx="8424001" cy="593817"/>
          </a:xfrm>
        </p:spPr>
        <p:txBody>
          <a:bodyPr/>
          <a:lstStyle/>
          <a:p>
            <a:r>
              <a:rPr lang="en-US"/>
              <a:t>Click to edit Master title style</a:t>
            </a:r>
            <a:endParaRPr lang="de-DE" dirty="0"/>
          </a:p>
        </p:txBody>
      </p:sp>
      <p:sp>
        <p:nvSpPr>
          <p:cNvPr id="7" name="Inhaltsplatzhalter 3"/>
          <p:cNvSpPr>
            <a:spLocks noGrp="1"/>
          </p:cNvSpPr>
          <p:nvPr>
            <p:ph idx="13"/>
          </p:nvPr>
        </p:nvSpPr>
        <p:spPr>
          <a:xfrm>
            <a:off x="4661096" y="864002"/>
            <a:ext cx="4122000" cy="37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AE839375-43AA-4A5D-B991-4343C4570BCB}" type="slidenum">
              <a:rPr lang="de-DE" smtClean="0"/>
              <a:t>‹#›</a:t>
            </a:fld>
            <a:endParaRPr lang="de-DE"/>
          </a:p>
        </p:txBody>
      </p:sp>
      <p:sp>
        <p:nvSpPr>
          <p:cNvPr id="9" name="Bildplatzhalter 1">
            <a:extLst>
              <a:ext uri="{FF2B5EF4-FFF2-40B4-BE49-F238E27FC236}">
                <a16:creationId xmlns:a16="http://schemas.microsoft.com/office/drawing/2014/main" id="{3D9FB89A-7413-4EB9-968E-FD2E7383E9BD}"/>
              </a:ext>
            </a:extLst>
          </p:cNvPr>
          <p:cNvSpPr>
            <a:spLocks noGrp="1"/>
          </p:cNvSpPr>
          <p:nvPr>
            <p:ph type="pic" sz="quarter" idx="14"/>
          </p:nvPr>
        </p:nvSpPr>
        <p:spPr>
          <a:xfrm>
            <a:off x="360003" y="863999"/>
            <a:ext cx="1980000" cy="1799444"/>
          </a:xfrm>
          <a:solidFill>
            <a:schemeClr val="bg2"/>
          </a:solidFill>
        </p:spPr>
        <p:txBody>
          <a:bodyPr/>
          <a:lstStyle/>
          <a:p>
            <a:r>
              <a:rPr lang="en-US"/>
              <a:t>Click icon to add picture</a:t>
            </a:r>
            <a:endParaRPr lang="de-DE"/>
          </a:p>
        </p:txBody>
      </p:sp>
      <p:sp>
        <p:nvSpPr>
          <p:cNvPr id="10" name="Bildplatzhalter 2">
            <a:extLst>
              <a:ext uri="{FF2B5EF4-FFF2-40B4-BE49-F238E27FC236}">
                <a16:creationId xmlns:a16="http://schemas.microsoft.com/office/drawing/2014/main" id="{719FEAE7-3FB4-4550-84CA-2F14276DF786}"/>
              </a:ext>
            </a:extLst>
          </p:cNvPr>
          <p:cNvSpPr>
            <a:spLocks noGrp="1"/>
          </p:cNvSpPr>
          <p:nvPr>
            <p:ph type="pic" sz="quarter" idx="15"/>
          </p:nvPr>
        </p:nvSpPr>
        <p:spPr>
          <a:xfrm>
            <a:off x="2502741" y="864001"/>
            <a:ext cx="1980000" cy="1799444"/>
          </a:xfrm>
          <a:solidFill>
            <a:schemeClr val="bg2"/>
          </a:solidFill>
        </p:spPr>
        <p:txBody>
          <a:bodyPr/>
          <a:lstStyle/>
          <a:p>
            <a:r>
              <a:rPr lang="en-US"/>
              <a:t>Click icon to add picture</a:t>
            </a:r>
            <a:endParaRPr lang="de-DE" dirty="0"/>
          </a:p>
        </p:txBody>
      </p:sp>
      <p:sp>
        <p:nvSpPr>
          <p:cNvPr id="14" name="Bildplatzhalter 3">
            <a:extLst>
              <a:ext uri="{FF2B5EF4-FFF2-40B4-BE49-F238E27FC236}">
                <a16:creationId xmlns:a16="http://schemas.microsoft.com/office/drawing/2014/main" id="{76A22173-963E-47DA-BA5E-830D62C65C4A}"/>
              </a:ext>
            </a:extLst>
          </p:cNvPr>
          <p:cNvSpPr>
            <a:spLocks noGrp="1"/>
          </p:cNvSpPr>
          <p:nvPr>
            <p:ph type="pic" sz="quarter" idx="16"/>
          </p:nvPr>
        </p:nvSpPr>
        <p:spPr>
          <a:xfrm>
            <a:off x="360004" y="2844557"/>
            <a:ext cx="1980000" cy="1799444"/>
          </a:xfrm>
          <a:solidFill>
            <a:schemeClr val="bg2"/>
          </a:solidFill>
        </p:spPr>
        <p:txBody>
          <a:bodyPr/>
          <a:lstStyle/>
          <a:p>
            <a:r>
              <a:rPr lang="en-US"/>
              <a:t>Click icon to add picture</a:t>
            </a:r>
            <a:endParaRPr lang="de-DE"/>
          </a:p>
        </p:txBody>
      </p:sp>
      <p:sp>
        <p:nvSpPr>
          <p:cNvPr id="15" name="Bildplatzhalter 4">
            <a:extLst>
              <a:ext uri="{FF2B5EF4-FFF2-40B4-BE49-F238E27FC236}">
                <a16:creationId xmlns:a16="http://schemas.microsoft.com/office/drawing/2014/main" id="{B6940BFB-5824-458B-B1F2-E9406433E6BB}"/>
              </a:ext>
            </a:extLst>
          </p:cNvPr>
          <p:cNvSpPr>
            <a:spLocks noGrp="1"/>
          </p:cNvSpPr>
          <p:nvPr>
            <p:ph type="pic" sz="quarter" idx="17"/>
          </p:nvPr>
        </p:nvSpPr>
        <p:spPr>
          <a:xfrm>
            <a:off x="2502741" y="2844557"/>
            <a:ext cx="1980000" cy="1799444"/>
          </a:xfrm>
          <a:solidFill>
            <a:schemeClr val="bg2"/>
          </a:solidFill>
        </p:spPr>
        <p:txBody>
          <a:bodyPr/>
          <a:lstStyle/>
          <a:p>
            <a:r>
              <a:rPr lang="en-US"/>
              <a:t>Click icon to add picture</a:t>
            </a:r>
            <a:endParaRPr lang="de-DE" dirty="0"/>
          </a:p>
        </p:txBody>
      </p:sp>
    </p:spTree>
    <p:extLst>
      <p:ext uri="{BB962C8B-B14F-4D97-AF65-F5344CB8AC3E}">
        <p14:creationId xmlns:p14="http://schemas.microsoft.com/office/powerpoint/2010/main" val="23211660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with two Pictures">
    <p:spTree>
      <p:nvGrpSpPr>
        <p:cNvPr id="1" name=""/>
        <p:cNvGrpSpPr/>
        <p:nvPr/>
      </p:nvGrpSpPr>
      <p:grpSpPr>
        <a:xfrm>
          <a:off x="0" y="0"/>
          <a:ext cx="0" cy="0"/>
          <a:chOff x="0" y="0"/>
          <a:chExt cx="0" cy="0"/>
        </a:xfrm>
      </p:grpSpPr>
      <p:sp>
        <p:nvSpPr>
          <p:cNvPr id="2" name="Titel 1"/>
          <p:cNvSpPr>
            <a:spLocks noGrp="1"/>
          </p:cNvSpPr>
          <p:nvPr>
            <p:ph type="title"/>
          </p:nvPr>
        </p:nvSpPr>
        <p:spPr>
          <a:xfrm>
            <a:off x="360364" y="143956"/>
            <a:ext cx="8424001" cy="593817"/>
          </a:xfrm>
        </p:spPr>
        <p:txBody>
          <a:bodyPr/>
          <a:lstStyle/>
          <a:p>
            <a:r>
              <a:rPr lang="en-US"/>
              <a:t>Click to edit Master title style</a:t>
            </a:r>
            <a:endParaRPr lang="de-DE" dirty="0"/>
          </a:p>
        </p:txBody>
      </p:sp>
      <p:sp>
        <p:nvSpPr>
          <p:cNvPr id="4" name="Inhaltsplatzhalter 2">
            <a:extLst>
              <a:ext uri="{FF2B5EF4-FFF2-40B4-BE49-F238E27FC236}">
                <a16:creationId xmlns:a16="http://schemas.microsoft.com/office/drawing/2014/main" id="{A8E6E9FE-CE6E-4809-89BC-5C2FBA8FD11E}"/>
              </a:ext>
            </a:extLst>
          </p:cNvPr>
          <p:cNvSpPr>
            <a:spLocks noGrp="1"/>
          </p:cNvSpPr>
          <p:nvPr>
            <p:ph sz="quarter" idx="16"/>
          </p:nvPr>
        </p:nvSpPr>
        <p:spPr>
          <a:xfrm>
            <a:off x="360004" y="2843999"/>
            <a:ext cx="4122737" cy="180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Inhaltsplatzhalter 3"/>
          <p:cNvSpPr>
            <a:spLocks noGrp="1"/>
          </p:cNvSpPr>
          <p:nvPr>
            <p:ph idx="13"/>
          </p:nvPr>
        </p:nvSpPr>
        <p:spPr>
          <a:xfrm>
            <a:off x="4661096" y="864002"/>
            <a:ext cx="4122000" cy="37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AE839375-43AA-4A5D-B991-4343C4570BCB}" type="slidenum">
              <a:rPr lang="de-DE" smtClean="0"/>
              <a:t>‹#›</a:t>
            </a:fld>
            <a:endParaRPr lang="de-DE"/>
          </a:p>
        </p:txBody>
      </p:sp>
      <p:sp>
        <p:nvSpPr>
          <p:cNvPr id="9" name="Bildplatzhalter 1">
            <a:extLst>
              <a:ext uri="{FF2B5EF4-FFF2-40B4-BE49-F238E27FC236}">
                <a16:creationId xmlns:a16="http://schemas.microsoft.com/office/drawing/2014/main" id="{3D9FB89A-7413-4EB9-968E-FD2E7383E9BD}"/>
              </a:ext>
            </a:extLst>
          </p:cNvPr>
          <p:cNvSpPr>
            <a:spLocks noGrp="1"/>
          </p:cNvSpPr>
          <p:nvPr>
            <p:ph type="pic" sz="quarter" idx="14"/>
          </p:nvPr>
        </p:nvSpPr>
        <p:spPr>
          <a:xfrm>
            <a:off x="360003" y="863999"/>
            <a:ext cx="1980000" cy="1799444"/>
          </a:xfrm>
          <a:solidFill>
            <a:schemeClr val="bg2"/>
          </a:solidFill>
        </p:spPr>
        <p:txBody>
          <a:bodyPr/>
          <a:lstStyle/>
          <a:p>
            <a:r>
              <a:rPr lang="en-US"/>
              <a:t>Click icon to add picture</a:t>
            </a:r>
            <a:endParaRPr lang="de-DE"/>
          </a:p>
        </p:txBody>
      </p:sp>
      <p:sp>
        <p:nvSpPr>
          <p:cNvPr id="10" name="Bildplatzhalter 2">
            <a:extLst>
              <a:ext uri="{FF2B5EF4-FFF2-40B4-BE49-F238E27FC236}">
                <a16:creationId xmlns:a16="http://schemas.microsoft.com/office/drawing/2014/main" id="{719FEAE7-3FB4-4550-84CA-2F14276DF786}"/>
              </a:ext>
            </a:extLst>
          </p:cNvPr>
          <p:cNvSpPr>
            <a:spLocks noGrp="1"/>
          </p:cNvSpPr>
          <p:nvPr>
            <p:ph type="pic" sz="quarter" idx="15"/>
          </p:nvPr>
        </p:nvSpPr>
        <p:spPr>
          <a:xfrm>
            <a:off x="2502741" y="864001"/>
            <a:ext cx="1980000" cy="1799444"/>
          </a:xfrm>
          <a:solidFill>
            <a:schemeClr val="bg2"/>
          </a:solidFill>
        </p:spPr>
        <p:txBody>
          <a:bodyPr/>
          <a:lstStyle/>
          <a:p>
            <a:r>
              <a:rPr lang="en-US"/>
              <a:t>Click icon to add picture</a:t>
            </a:r>
            <a:endParaRPr lang="de-DE" dirty="0"/>
          </a:p>
        </p:txBody>
      </p:sp>
    </p:spTree>
    <p:extLst>
      <p:ext uri="{BB962C8B-B14F-4D97-AF65-F5344CB8AC3E}">
        <p14:creationId xmlns:p14="http://schemas.microsoft.com/office/powerpoint/2010/main" val="16584450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Key Message">
    <p:spTree>
      <p:nvGrpSpPr>
        <p:cNvPr id="1" name=""/>
        <p:cNvGrpSpPr/>
        <p:nvPr/>
      </p:nvGrpSpPr>
      <p:grpSpPr>
        <a:xfrm>
          <a:off x="0" y="0"/>
          <a:ext cx="0" cy="0"/>
          <a:chOff x="0" y="0"/>
          <a:chExt cx="0" cy="0"/>
        </a:xfrm>
      </p:grpSpPr>
      <p:sp>
        <p:nvSpPr>
          <p:cNvPr id="2" name="Titel 1"/>
          <p:cNvSpPr>
            <a:spLocks noGrp="1"/>
          </p:cNvSpPr>
          <p:nvPr>
            <p:ph type="title"/>
          </p:nvPr>
        </p:nvSpPr>
        <p:spPr>
          <a:xfrm>
            <a:off x="360364" y="143956"/>
            <a:ext cx="8424001" cy="593817"/>
          </a:xfrm>
        </p:spPr>
        <p:txBody>
          <a:bodyPr/>
          <a:lstStyle/>
          <a:p>
            <a:r>
              <a:rPr lang="en-US"/>
              <a:t>Click to edit Master title style</a:t>
            </a:r>
            <a:endParaRPr lang="de-DE" dirty="0"/>
          </a:p>
        </p:txBody>
      </p:sp>
      <p:sp>
        <p:nvSpPr>
          <p:cNvPr id="7" name="Inhaltsplatzhalter 3"/>
          <p:cNvSpPr>
            <a:spLocks noGrp="1"/>
          </p:cNvSpPr>
          <p:nvPr>
            <p:ph idx="13" hasCustomPrompt="1"/>
          </p:nvPr>
        </p:nvSpPr>
        <p:spPr>
          <a:xfrm>
            <a:off x="360002" y="4104168"/>
            <a:ext cx="8424000" cy="539833"/>
          </a:xfrm>
        </p:spPr>
        <p:txBody>
          <a:bodyPr/>
          <a:lstStyle>
            <a:lvl2pPr marL="0" indent="0">
              <a:buNone/>
              <a:defRPr/>
            </a:lvl2pPr>
          </a:lstStyle>
          <a:p>
            <a:pPr lvl="0"/>
            <a:r>
              <a:rPr lang="de-DE" dirty="0"/>
              <a:t>Textmasterformat bearbeiten</a:t>
            </a:r>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AE839375-43AA-4A5D-B991-4343C4570BCB}" type="slidenum">
              <a:rPr lang="de-DE" smtClean="0"/>
              <a:t>‹#›</a:t>
            </a:fld>
            <a:endParaRPr lang="de-DE"/>
          </a:p>
        </p:txBody>
      </p:sp>
      <p:sp>
        <p:nvSpPr>
          <p:cNvPr id="8" name="Bildplatzhalter 2">
            <a:extLst>
              <a:ext uri="{FF2B5EF4-FFF2-40B4-BE49-F238E27FC236}">
                <a16:creationId xmlns:a16="http://schemas.microsoft.com/office/drawing/2014/main" id="{68002865-4DF0-4DF0-9A0B-10DDC8EA3CE9}"/>
              </a:ext>
            </a:extLst>
          </p:cNvPr>
          <p:cNvSpPr>
            <a:spLocks noGrp="1"/>
          </p:cNvSpPr>
          <p:nvPr>
            <p:ph type="pic" sz="quarter" idx="14"/>
          </p:nvPr>
        </p:nvSpPr>
        <p:spPr>
          <a:xfrm>
            <a:off x="360002" y="864001"/>
            <a:ext cx="8424000" cy="2879111"/>
          </a:xfrm>
          <a:solidFill>
            <a:schemeClr val="bg2"/>
          </a:solidFill>
        </p:spPr>
        <p:txBody>
          <a:bodyPr/>
          <a:lstStyle/>
          <a:p>
            <a:r>
              <a:rPr lang="en-US"/>
              <a:t>Click icon to add picture</a:t>
            </a:r>
            <a:endParaRPr lang="de-DE"/>
          </a:p>
        </p:txBody>
      </p:sp>
    </p:spTree>
    <p:extLst>
      <p:ext uri="{BB962C8B-B14F-4D97-AF65-F5344CB8AC3E}">
        <p14:creationId xmlns:p14="http://schemas.microsoft.com/office/powerpoint/2010/main" val="20143574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roduct OnePager">
    <p:spTree>
      <p:nvGrpSpPr>
        <p:cNvPr id="1" name=""/>
        <p:cNvGrpSpPr/>
        <p:nvPr/>
      </p:nvGrpSpPr>
      <p:grpSpPr>
        <a:xfrm>
          <a:off x="0" y="0"/>
          <a:ext cx="0" cy="0"/>
          <a:chOff x="0" y="0"/>
          <a:chExt cx="0" cy="0"/>
        </a:xfrm>
      </p:grpSpPr>
      <p:sp>
        <p:nvSpPr>
          <p:cNvPr id="2" name="Titel 1"/>
          <p:cNvSpPr>
            <a:spLocks noGrp="1"/>
          </p:cNvSpPr>
          <p:nvPr>
            <p:ph type="title"/>
          </p:nvPr>
        </p:nvSpPr>
        <p:spPr>
          <a:xfrm>
            <a:off x="360364" y="143956"/>
            <a:ext cx="4122737" cy="988702"/>
          </a:xfrm>
        </p:spPr>
        <p:txBody>
          <a:bodyPr/>
          <a:lstStyle>
            <a:lvl1pPr>
              <a:defRPr>
                <a:solidFill>
                  <a:schemeClr val="accent4"/>
                </a:solidFill>
              </a:defRPr>
            </a:lvl1pPr>
          </a:lstStyle>
          <a:p>
            <a:r>
              <a:rPr lang="en-US"/>
              <a:t>Click to edit Master title style</a:t>
            </a:r>
            <a:endParaRPr lang="de-DE" dirty="0"/>
          </a:p>
        </p:txBody>
      </p:sp>
      <p:sp>
        <p:nvSpPr>
          <p:cNvPr id="5" name="Fußzeilenplatzhalter 4"/>
          <p:cNvSpPr>
            <a:spLocks noGrp="1"/>
          </p:cNvSpPr>
          <p:nvPr>
            <p:ph type="ftr" sz="quarter" idx="11"/>
          </p:nvPr>
        </p:nvSpPr>
        <p:spPr/>
        <p:txBody>
          <a:bodyPr/>
          <a:lstStyle>
            <a:lvl1pPr>
              <a:defRPr>
                <a:solidFill>
                  <a:schemeClr val="tx1"/>
                </a:solidFill>
              </a:defRPr>
            </a:lvl1pPr>
          </a:lstStyle>
          <a:p>
            <a:endParaRPr lang="de-DE" dirty="0"/>
          </a:p>
        </p:txBody>
      </p:sp>
      <p:sp>
        <p:nvSpPr>
          <p:cNvPr id="6" name="Foliennummernplatzhalter 5"/>
          <p:cNvSpPr>
            <a:spLocks noGrp="1"/>
          </p:cNvSpPr>
          <p:nvPr>
            <p:ph type="sldNum" sz="quarter" idx="12"/>
          </p:nvPr>
        </p:nvSpPr>
        <p:spPr/>
        <p:txBody>
          <a:bodyPr/>
          <a:lstStyle>
            <a:lvl1pPr>
              <a:defRPr>
                <a:solidFill>
                  <a:schemeClr val="accent4"/>
                </a:solidFill>
              </a:defRPr>
            </a:lvl1pPr>
          </a:lstStyle>
          <a:p>
            <a:fld id="{AE839375-43AA-4A5D-B991-4343C4570BCB}" type="slidenum">
              <a:rPr lang="de-DE" smtClean="0"/>
              <a:pPr/>
              <a:t>‹#›</a:t>
            </a:fld>
            <a:endParaRPr lang="de-DE"/>
          </a:p>
        </p:txBody>
      </p:sp>
      <p:sp>
        <p:nvSpPr>
          <p:cNvPr id="16" name="Rectangle 6">
            <a:extLst>
              <a:ext uri="{FF2B5EF4-FFF2-40B4-BE49-F238E27FC236}">
                <a16:creationId xmlns:a16="http://schemas.microsoft.com/office/drawing/2014/main" id="{3B23CF99-FA45-4D2B-9C4A-45F0852BC6AC}"/>
              </a:ext>
            </a:extLst>
          </p:cNvPr>
          <p:cNvSpPr/>
          <p:nvPr userDrawn="1"/>
        </p:nvSpPr>
        <p:spPr>
          <a:xfrm>
            <a:off x="366150" y="1584945"/>
            <a:ext cx="4122737" cy="3059056"/>
          </a:xfrm>
          <a:prstGeom prst="rect">
            <a:avLst/>
          </a:prstGeom>
          <a:solidFill>
            <a:schemeClr val="bg1"/>
          </a:solidFill>
          <a:ln w="12700" cap="flat" cmpd="sng" algn="ctr">
            <a:noFill/>
            <a:prstDash val="solid"/>
          </a:ln>
          <a:effectLst>
            <a:outerShdw blurRad="127000" algn="ctr" rotWithShape="0">
              <a:prstClr val="black">
                <a:alpha val="20000"/>
              </a:prstClr>
            </a:outerShdw>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US" sz="1200" b="0" i="0" u="none" strike="noStrike" kern="0" cap="none" spc="0" normalizeH="0" baseline="0" noProof="0" err="1">
              <a:ln>
                <a:noFill/>
              </a:ln>
              <a:solidFill>
                <a:srgbClr val="000000"/>
              </a:solidFill>
              <a:effectLst/>
              <a:uLnTx/>
              <a:uFillTx/>
              <a:latin typeface="Tahoma"/>
              <a:ea typeface="+mn-ea"/>
              <a:cs typeface="Tahoma" pitchFamily="34" charset="0"/>
            </a:endParaRPr>
          </a:p>
        </p:txBody>
      </p:sp>
      <p:grpSp>
        <p:nvGrpSpPr>
          <p:cNvPr id="3" name="Gruppieren 2">
            <a:extLst>
              <a:ext uri="{FF2B5EF4-FFF2-40B4-BE49-F238E27FC236}">
                <a16:creationId xmlns:a16="http://schemas.microsoft.com/office/drawing/2014/main" id="{01BC1947-F90E-4108-BDBE-CB4CEDB4EE14}"/>
              </a:ext>
            </a:extLst>
          </p:cNvPr>
          <p:cNvGrpSpPr/>
          <p:nvPr userDrawn="1"/>
        </p:nvGrpSpPr>
        <p:grpSpPr>
          <a:xfrm>
            <a:off x="360005" y="1334741"/>
            <a:ext cx="4122737" cy="309862"/>
            <a:chOff x="360004" y="1268893"/>
            <a:chExt cx="4122737" cy="309958"/>
          </a:xfrm>
        </p:grpSpPr>
        <p:sp>
          <p:nvSpPr>
            <p:cNvPr id="17" name="TextBox 4">
              <a:extLst>
                <a:ext uri="{FF2B5EF4-FFF2-40B4-BE49-F238E27FC236}">
                  <a16:creationId xmlns:a16="http://schemas.microsoft.com/office/drawing/2014/main" id="{AC4EEC6B-33B4-4AFA-AB2D-9019D9F42416}"/>
                </a:ext>
              </a:extLst>
            </p:cNvPr>
            <p:cNvSpPr txBox="1"/>
            <p:nvPr userDrawn="1"/>
          </p:nvSpPr>
          <p:spPr>
            <a:xfrm>
              <a:off x="360004" y="1268893"/>
              <a:ext cx="985039" cy="309958"/>
            </a:xfrm>
            <a:prstGeom prst="rect">
              <a:avLst/>
            </a:prstGeom>
            <a:noFill/>
          </p:spPr>
          <p:txBody>
            <a:bodyPr wrap="square" lIns="0" tIns="46800" rIns="90000" bIns="46800" rtlCol="0">
              <a:spAutoFit/>
            </a:bodyPr>
            <a:lstStyle/>
            <a:p>
              <a:pPr marL="0" marR="0" indent="0" algn="l" defTabSz="914400" eaLnBrk="1" fontAlgn="base" latinLnBrk="0" hangingPunct="1">
                <a:lnSpc>
                  <a:spcPct val="100000"/>
                </a:lnSpc>
                <a:spcBef>
                  <a:spcPts val="0"/>
                </a:spcBef>
                <a:spcAft>
                  <a:spcPts val="1200"/>
                </a:spcAft>
                <a:buClr>
                  <a:schemeClr val="tx2"/>
                </a:buClr>
                <a:buSzTx/>
                <a:buFont typeface="Tahoma" panose="020B0604030504040204" pitchFamily="34" charset="0"/>
                <a:buNone/>
                <a:tabLst/>
              </a:pPr>
              <a:r>
                <a:rPr kumimoji="0" lang="en-US" sz="1400" b="0" i="0" u="none" strike="noStrike" kern="0" cap="none" spc="0" normalizeH="0" baseline="0" noProof="0" dirty="0">
                  <a:ln>
                    <a:noFill/>
                  </a:ln>
                  <a:solidFill>
                    <a:schemeClr val="tx2"/>
                  </a:solidFill>
                  <a:effectLst/>
                  <a:uLnTx/>
                  <a:uFillTx/>
                </a:rPr>
                <a:t>KEY FACTS</a:t>
              </a:r>
            </a:p>
          </p:txBody>
        </p:sp>
        <p:cxnSp>
          <p:nvCxnSpPr>
            <p:cNvPr id="18" name="Straight Connector 8">
              <a:extLst>
                <a:ext uri="{FF2B5EF4-FFF2-40B4-BE49-F238E27FC236}">
                  <a16:creationId xmlns:a16="http://schemas.microsoft.com/office/drawing/2014/main" id="{EEC636F3-CF5B-4F9E-A7A2-6CE23B22CEEA}"/>
                </a:ext>
              </a:extLst>
            </p:cNvPr>
            <p:cNvCxnSpPr>
              <a:cxnSpLocks/>
            </p:cNvCxnSpPr>
            <p:nvPr userDrawn="1"/>
          </p:nvCxnSpPr>
          <p:spPr>
            <a:xfrm>
              <a:off x="1350741" y="1505965"/>
              <a:ext cx="3132000" cy="0"/>
            </a:xfrm>
            <a:prstGeom prst="line">
              <a:avLst/>
            </a:prstGeom>
            <a:noFill/>
            <a:ln w="6350" cap="rnd" cmpd="sng" algn="ctr">
              <a:solidFill>
                <a:srgbClr val="00ABE7"/>
              </a:solidFill>
              <a:prstDash val="solid"/>
              <a:round/>
            </a:ln>
            <a:effectLst/>
          </p:spPr>
        </p:cxnSp>
      </p:grpSp>
      <p:sp>
        <p:nvSpPr>
          <p:cNvPr id="19" name="Textplatzhalter 1">
            <a:extLst>
              <a:ext uri="{FF2B5EF4-FFF2-40B4-BE49-F238E27FC236}">
                <a16:creationId xmlns:a16="http://schemas.microsoft.com/office/drawing/2014/main" id="{E34BF2C1-6858-4258-9D7A-6932A422D05C}"/>
              </a:ext>
            </a:extLst>
          </p:cNvPr>
          <p:cNvSpPr>
            <a:spLocks noGrp="1"/>
          </p:cNvSpPr>
          <p:nvPr>
            <p:ph type="body" sz="quarter" idx="14" hasCustomPrompt="1"/>
          </p:nvPr>
        </p:nvSpPr>
        <p:spPr>
          <a:xfrm>
            <a:off x="360005" y="1853628"/>
            <a:ext cx="4122737" cy="323900"/>
          </a:xfrm>
        </p:spPr>
        <p:txBody>
          <a:bodyPr lIns="72000" rIns="72000" anchor="b" anchorCtr="0"/>
          <a:lstStyle>
            <a:lvl1pPr>
              <a:defRPr sz="1400" b="1">
                <a:solidFill>
                  <a:schemeClr val="tx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a:t>Fact</a:t>
            </a:r>
          </a:p>
        </p:txBody>
      </p:sp>
      <p:sp>
        <p:nvSpPr>
          <p:cNvPr id="22" name="Textplatzhalter 2">
            <a:extLst>
              <a:ext uri="{FF2B5EF4-FFF2-40B4-BE49-F238E27FC236}">
                <a16:creationId xmlns:a16="http://schemas.microsoft.com/office/drawing/2014/main" id="{6B0EAC18-56A4-4F9D-B791-1276F33D43DB}"/>
              </a:ext>
            </a:extLst>
          </p:cNvPr>
          <p:cNvSpPr>
            <a:spLocks noGrp="1"/>
          </p:cNvSpPr>
          <p:nvPr>
            <p:ph type="body" sz="quarter" idx="17" hasCustomPrompt="1"/>
          </p:nvPr>
        </p:nvSpPr>
        <p:spPr>
          <a:xfrm>
            <a:off x="360005" y="2243620"/>
            <a:ext cx="4122737" cy="431867"/>
          </a:xfrm>
        </p:spPr>
        <p:txBody>
          <a:bodyPr lIns="72000" rIns="72000"/>
          <a:lstStyle>
            <a:lvl1pPr>
              <a:defRPr>
                <a:solidFill>
                  <a:schemeClr val="tx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err="1"/>
              <a:t>Subline</a:t>
            </a:r>
            <a:br>
              <a:rPr lang="de-DE" dirty="0"/>
            </a:br>
            <a:r>
              <a:rPr lang="de-DE" dirty="0"/>
              <a:t>Line 2</a:t>
            </a:r>
          </a:p>
        </p:txBody>
      </p:sp>
      <p:sp>
        <p:nvSpPr>
          <p:cNvPr id="23" name="Textplatzhalter 3">
            <a:extLst>
              <a:ext uri="{FF2B5EF4-FFF2-40B4-BE49-F238E27FC236}">
                <a16:creationId xmlns:a16="http://schemas.microsoft.com/office/drawing/2014/main" id="{F2E5AA21-A336-4144-AC1B-55B16A0EDFA5}"/>
              </a:ext>
            </a:extLst>
          </p:cNvPr>
          <p:cNvSpPr>
            <a:spLocks noGrp="1"/>
          </p:cNvSpPr>
          <p:nvPr>
            <p:ph type="body" sz="quarter" idx="18" hasCustomPrompt="1"/>
          </p:nvPr>
        </p:nvSpPr>
        <p:spPr>
          <a:xfrm>
            <a:off x="360005" y="2804160"/>
            <a:ext cx="4122737" cy="323900"/>
          </a:xfrm>
        </p:spPr>
        <p:txBody>
          <a:bodyPr lIns="72000" rIns="72000" anchor="b" anchorCtr="0"/>
          <a:lstStyle>
            <a:lvl1pPr>
              <a:defRPr sz="1400" b="1">
                <a:solidFill>
                  <a:schemeClr val="tx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a:t>Fact</a:t>
            </a:r>
          </a:p>
        </p:txBody>
      </p:sp>
      <p:sp>
        <p:nvSpPr>
          <p:cNvPr id="20" name="Textplatzhalter 4">
            <a:extLst>
              <a:ext uri="{FF2B5EF4-FFF2-40B4-BE49-F238E27FC236}">
                <a16:creationId xmlns:a16="http://schemas.microsoft.com/office/drawing/2014/main" id="{D680C08A-C4D9-4C2D-BBA2-205BA49B9DE7}"/>
              </a:ext>
            </a:extLst>
          </p:cNvPr>
          <p:cNvSpPr>
            <a:spLocks noGrp="1"/>
          </p:cNvSpPr>
          <p:nvPr>
            <p:ph type="body" sz="quarter" idx="15" hasCustomPrompt="1"/>
          </p:nvPr>
        </p:nvSpPr>
        <p:spPr>
          <a:xfrm>
            <a:off x="360005" y="3194153"/>
            <a:ext cx="4122737" cy="431867"/>
          </a:xfrm>
        </p:spPr>
        <p:txBody>
          <a:bodyPr lIns="72000" rIns="72000"/>
          <a:lstStyle>
            <a:lvl1pPr>
              <a:defRPr>
                <a:solidFill>
                  <a:schemeClr val="tx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err="1"/>
              <a:t>Subline</a:t>
            </a:r>
            <a:br>
              <a:rPr lang="de-DE" dirty="0"/>
            </a:br>
            <a:r>
              <a:rPr lang="de-DE" dirty="0"/>
              <a:t>Line 2</a:t>
            </a:r>
          </a:p>
        </p:txBody>
      </p:sp>
      <p:sp>
        <p:nvSpPr>
          <p:cNvPr id="21" name="Textplatzhalter 5">
            <a:extLst>
              <a:ext uri="{FF2B5EF4-FFF2-40B4-BE49-F238E27FC236}">
                <a16:creationId xmlns:a16="http://schemas.microsoft.com/office/drawing/2014/main" id="{D25774EB-F94F-4196-AA22-F826674E86BF}"/>
              </a:ext>
            </a:extLst>
          </p:cNvPr>
          <p:cNvSpPr>
            <a:spLocks noGrp="1"/>
          </p:cNvSpPr>
          <p:nvPr>
            <p:ph type="body" sz="quarter" idx="16" hasCustomPrompt="1"/>
          </p:nvPr>
        </p:nvSpPr>
        <p:spPr>
          <a:xfrm>
            <a:off x="360005" y="3775158"/>
            <a:ext cx="4122737" cy="323900"/>
          </a:xfrm>
        </p:spPr>
        <p:txBody>
          <a:bodyPr lIns="72000" rIns="72000" anchor="b" anchorCtr="0"/>
          <a:lstStyle>
            <a:lvl1pPr>
              <a:defRPr sz="1400" b="1">
                <a:solidFill>
                  <a:schemeClr val="tx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a:t>Fact</a:t>
            </a:r>
          </a:p>
        </p:txBody>
      </p:sp>
      <p:sp>
        <p:nvSpPr>
          <p:cNvPr id="24" name="Textplatzhalter 6">
            <a:extLst>
              <a:ext uri="{FF2B5EF4-FFF2-40B4-BE49-F238E27FC236}">
                <a16:creationId xmlns:a16="http://schemas.microsoft.com/office/drawing/2014/main" id="{38C27363-3949-4BEF-A58D-7A9F9BB72FBA}"/>
              </a:ext>
            </a:extLst>
          </p:cNvPr>
          <p:cNvSpPr>
            <a:spLocks noGrp="1"/>
          </p:cNvSpPr>
          <p:nvPr>
            <p:ph type="body" sz="quarter" idx="19" hasCustomPrompt="1"/>
          </p:nvPr>
        </p:nvSpPr>
        <p:spPr>
          <a:xfrm>
            <a:off x="360005" y="4144687"/>
            <a:ext cx="4122737" cy="431867"/>
          </a:xfrm>
        </p:spPr>
        <p:txBody>
          <a:bodyPr lIns="72000" rIns="72000"/>
          <a:lstStyle>
            <a:lvl1pPr>
              <a:defRPr>
                <a:solidFill>
                  <a:schemeClr val="tx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err="1"/>
              <a:t>Subline</a:t>
            </a:r>
            <a:br>
              <a:rPr lang="de-DE" dirty="0"/>
            </a:br>
            <a:r>
              <a:rPr lang="de-DE" dirty="0"/>
              <a:t>Line 2</a:t>
            </a:r>
          </a:p>
        </p:txBody>
      </p:sp>
      <p:sp>
        <p:nvSpPr>
          <p:cNvPr id="27" name="Inhaltsplatzhalter 3">
            <a:extLst>
              <a:ext uri="{FF2B5EF4-FFF2-40B4-BE49-F238E27FC236}">
                <a16:creationId xmlns:a16="http://schemas.microsoft.com/office/drawing/2014/main" id="{DB9CCFB0-B14E-4462-8275-F6BA2DFA2D3E}"/>
              </a:ext>
            </a:extLst>
          </p:cNvPr>
          <p:cNvSpPr>
            <a:spLocks noGrp="1"/>
          </p:cNvSpPr>
          <p:nvPr>
            <p:ph idx="13"/>
          </p:nvPr>
        </p:nvSpPr>
        <p:spPr>
          <a:xfrm>
            <a:off x="4661096" y="143956"/>
            <a:ext cx="4122000" cy="45000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41132103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hapter slide">
    <p:bg>
      <p:bgPr>
        <a:solidFill>
          <a:schemeClr val="bg1"/>
        </a:solidFill>
        <a:effectLst/>
      </p:bgPr>
    </p:bg>
    <p:spTree>
      <p:nvGrpSpPr>
        <p:cNvPr id="1" name=""/>
        <p:cNvGrpSpPr/>
        <p:nvPr/>
      </p:nvGrpSpPr>
      <p:grpSpPr>
        <a:xfrm>
          <a:off x="0" y="0"/>
          <a:ext cx="0" cy="0"/>
          <a:chOff x="0" y="0"/>
          <a:chExt cx="0" cy="0"/>
        </a:xfrm>
      </p:grpSpPr>
      <p:sp>
        <p:nvSpPr>
          <p:cNvPr id="16" name="Rechteck 15"/>
          <p:cNvSpPr/>
          <p:nvPr userDrawn="1"/>
        </p:nvSpPr>
        <p:spPr>
          <a:xfrm>
            <a:off x="0" y="0"/>
            <a:ext cx="9144000" cy="5144400"/>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grpSp>
        <p:nvGrpSpPr>
          <p:cNvPr id="2" name="Gruppieren 1"/>
          <p:cNvGrpSpPr/>
          <p:nvPr/>
        </p:nvGrpSpPr>
        <p:grpSpPr>
          <a:xfrm>
            <a:off x="360002" y="4722301"/>
            <a:ext cx="8424000" cy="366353"/>
            <a:chOff x="360001" y="4722299"/>
            <a:chExt cx="8424000" cy="366353"/>
          </a:xfrm>
        </p:grpSpPr>
        <p:sp>
          <p:nvSpPr>
            <p:cNvPr id="14" name="Text Box 10"/>
            <p:cNvSpPr txBox="1">
              <a:spLocks noChangeArrowheads="1"/>
            </p:cNvSpPr>
            <p:nvPr userDrawn="1"/>
          </p:nvSpPr>
          <p:spPr bwMode="black">
            <a:xfrm>
              <a:off x="7607032" y="4898308"/>
              <a:ext cx="900000" cy="92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15" name="Gerade Verbindung 14"/>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12"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22" name="Fußzeilenplatzhalter 2"/>
          <p:cNvSpPr>
            <a:spLocks noGrp="1"/>
          </p:cNvSpPr>
          <p:nvPr>
            <p:ph type="ftr" sz="quarter" idx="10"/>
          </p:nvPr>
        </p:nvSpPr>
        <p:spPr>
          <a:xfrm>
            <a:off x="929391" y="4890652"/>
            <a:ext cx="5220000" cy="108000"/>
          </a:xfrm>
        </p:spPr>
        <p:txBody>
          <a:bodyPr/>
          <a:lstStyle>
            <a:lvl1pPr>
              <a:defRPr>
                <a:solidFill>
                  <a:schemeClr val="bg1"/>
                </a:solidFill>
              </a:defRPr>
            </a:lvl1pPr>
          </a:lstStyle>
          <a:p>
            <a:pPr>
              <a:lnSpc>
                <a:spcPts val="800"/>
              </a:lnSpc>
            </a:pPr>
            <a:endParaRPr lang="de-DE" dirty="0">
              <a:solidFill>
                <a:srgbClr val="FFFFFF"/>
              </a:solidFill>
            </a:endParaRPr>
          </a:p>
        </p:txBody>
      </p:sp>
      <p:sp>
        <p:nvSpPr>
          <p:cNvPr id="23" name="Foliennummernplatzhalter 3"/>
          <p:cNvSpPr>
            <a:spLocks noGrp="1"/>
          </p:cNvSpPr>
          <p:nvPr>
            <p:ph type="sldNum" sz="quarter" idx="11"/>
          </p:nvPr>
        </p:nvSpPr>
        <p:spPr>
          <a:xfrm>
            <a:off x="8604001" y="4890652"/>
            <a:ext cx="180000" cy="108000"/>
          </a:xfrm>
        </p:spPr>
        <p:txBody>
          <a:bodyPr/>
          <a:lstStyle>
            <a:lvl1pPr>
              <a:defRPr>
                <a:solidFill>
                  <a:schemeClr val="bg1"/>
                </a:solidFill>
              </a:defRPr>
            </a:lvl1pPr>
          </a:lstStyle>
          <a:p>
            <a:pPr>
              <a:lnSpc>
                <a:spcPts val="800"/>
              </a:lnSpc>
            </a:pPr>
            <a:fld id="{D985BC7C-F6A2-4FED-9217-735A5E10A319}" type="slidenum">
              <a:rPr lang="de-DE" smtClean="0">
                <a:solidFill>
                  <a:srgbClr val="FFFFFF"/>
                </a:solidFill>
              </a:rPr>
              <a:pPr>
                <a:lnSpc>
                  <a:spcPts val="800"/>
                </a:lnSpc>
              </a:pPr>
              <a:t>‹#›</a:t>
            </a:fld>
            <a:endParaRPr lang="de-DE" dirty="0">
              <a:solidFill>
                <a:srgbClr val="FFFFFF"/>
              </a:solidFill>
            </a:endParaRPr>
          </a:p>
        </p:txBody>
      </p:sp>
      <p:sp>
        <p:nvSpPr>
          <p:cNvPr id="24" name="Textplatzhalter 13"/>
          <p:cNvSpPr>
            <a:spLocks noGrp="1"/>
          </p:cNvSpPr>
          <p:nvPr>
            <p:ph type="body" sz="quarter" idx="12"/>
          </p:nvPr>
        </p:nvSpPr>
        <p:spPr>
          <a:xfrm>
            <a:off x="360002" y="324642"/>
            <a:ext cx="1279615" cy="1057982"/>
          </a:xfrm>
        </p:spPr>
        <p:txBody>
          <a:bodyPr wrap="none" lIns="0" tIns="0" rIns="0" bIns="0">
            <a:noAutofit/>
          </a:bodyPr>
          <a:lstStyle>
            <a:lvl1pPr>
              <a:defRPr lang="de-DE" sz="7200" b="1" kern="0" dirty="0">
                <a:solidFill>
                  <a:schemeClr val="tx2"/>
                </a:solidFill>
              </a:defRPr>
            </a:lvl1pPr>
          </a:lstStyle>
          <a:p>
            <a:pPr lvl="0"/>
            <a:r>
              <a:rPr lang="en-US"/>
              <a:t>Click to edit Master text styles</a:t>
            </a:r>
          </a:p>
        </p:txBody>
      </p:sp>
      <p:sp>
        <p:nvSpPr>
          <p:cNvPr id="25" name="Textplatzhalter 12"/>
          <p:cNvSpPr>
            <a:spLocks noGrp="1"/>
          </p:cNvSpPr>
          <p:nvPr>
            <p:ph type="body" sz="quarter" idx="13"/>
          </p:nvPr>
        </p:nvSpPr>
        <p:spPr>
          <a:xfrm>
            <a:off x="359999" y="1338593"/>
            <a:ext cx="8424000" cy="461665"/>
          </a:xfrm>
          <a:noFill/>
        </p:spPr>
        <p:txBody>
          <a:bodyPr wrap="square" lIns="0" tIns="0" rIns="0" bIns="0" rtlCol="0">
            <a:noAutofit/>
          </a:bodyPr>
          <a:lstStyle>
            <a:lvl1pPr>
              <a:defRPr lang="de-DE" sz="3000" b="1" kern="1200" dirty="0">
                <a:solidFill>
                  <a:schemeClr val="bg1"/>
                </a:solidFill>
                <a:latin typeface="Tahoma" charset="0"/>
                <a:ea typeface="Tahoma" charset="0"/>
                <a:cs typeface="Tahoma" charset="0"/>
              </a:defRPr>
            </a:lvl1pPr>
          </a:lstStyle>
          <a:p>
            <a:pPr lvl="0">
              <a:spcBef>
                <a:spcPct val="0"/>
              </a:spcBef>
            </a:pPr>
            <a:r>
              <a:rPr lang="en-US"/>
              <a:t>Click to edit Master text styles</a:t>
            </a:r>
          </a:p>
        </p:txBody>
      </p:sp>
      <p:sp>
        <p:nvSpPr>
          <p:cNvPr id="13" name="Textfeld 12" descr="NovaPathClassification"/>
          <p:cNvSpPr txBox="1"/>
          <p:nvPr userDrawn="1"/>
        </p:nvSpPr>
        <p:spPr>
          <a:xfrm>
            <a:off x="6269275" y="4887949"/>
            <a:ext cx="1260000" cy="108000"/>
          </a:xfrm>
          <a:prstGeom prst="rect">
            <a:avLst/>
          </a:prstGeom>
        </p:spPr>
        <p:txBody>
          <a:bodyPr vert="horz" lIns="0" tIns="0" rIns="0" bIns="0" rtlCol="0" anchor="ctr"/>
          <a:lstStyle>
            <a:defPPr>
              <a:defRPr lang="de-DE"/>
            </a:defPPr>
            <a:lvl1pPr>
              <a:defRPr sz="600"/>
            </a:lvl1pPr>
          </a:lstStyle>
          <a:p>
            <a:pPr lvl="0"/>
            <a:endParaRPr lang="en-US" sz="600" noProof="0" dirty="0">
              <a:solidFill>
                <a:schemeClr val="bg1"/>
              </a:solidFill>
            </a:endParaRPr>
          </a:p>
        </p:txBody>
      </p:sp>
    </p:spTree>
    <p:extLst>
      <p:ext uri="{BB962C8B-B14F-4D97-AF65-F5344CB8AC3E}">
        <p14:creationId xmlns:p14="http://schemas.microsoft.com/office/powerpoint/2010/main" val="34964636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Divider and Closing slide">
    <p:bg>
      <p:bgPr>
        <a:solidFill>
          <a:schemeClr val="bg1"/>
        </a:solidFill>
        <a:effectLst/>
      </p:bgPr>
    </p:bg>
    <p:spTree>
      <p:nvGrpSpPr>
        <p:cNvPr id="1" name=""/>
        <p:cNvGrpSpPr/>
        <p:nvPr/>
      </p:nvGrpSpPr>
      <p:grpSpPr>
        <a:xfrm>
          <a:off x="0" y="0"/>
          <a:ext cx="0" cy="0"/>
          <a:chOff x="0" y="0"/>
          <a:chExt cx="0" cy="0"/>
        </a:xfrm>
      </p:grpSpPr>
      <p:sp>
        <p:nvSpPr>
          <p:cNvPr id="9" name="Rechteck 8"/>
          <p:cNvSpPr/>
          <p:nvPr userDrawn="1"/>
        </p:nvSpPr>
        <p:spPr>
          <a:xfrm>
            <a:off x="0" y="0"/>
            <a:ext cx="9144000" cy="5144400"/>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sp>
        <p:nvSpPr>
          <p:cNvPr id="18" name="Textplatzhalter 12"/>
          <p:cNvSpPr>
            <a:spLocks noGrp="1"/>
          </p:cNvSpPr>
          <p:nvPr>
            <p:ph type="body" sz="quarter" idx="12"/>
          </p:nvPr>
        </p:nvSpPr>
        <p:spPr>
          <a:xfrm>
            <a:off x="360001" y="438150"/>
            <a:ext cx="6706589" cy="1057982"/>
          </a:xfrm>
        </p:spPr>
        <p:txBody>
          <a:bodyPr/>
          <a:lstStyle>
            <a:lvl1pPr marL="0" indent="0">
              <a:lnSpc>
                <a:spcPct val="100000"/>
              </a:lnSpc>
              <a:spcBef>
                <a:spcPts val="0"/>
              </a:spcBef>
              <a:buFontTx/>
              <a:buNone/>
              <a:defRPr sz="3600" b="1">
                <a:solidFill>
                  <a:schemeClr val="bg1"/>
                </a:solidFill>
              </a:defRPr>
            </a:lvl1pPr>
            <a:lvl2pPr marL="0" indent="0">
              <a:lnSpc>
                <a:spcPct val="100000"/>
              </a:lnSpc>
              <a:spcBef>
                <a:spcPts val="0"/>
              </a:spcBef>
              <a:buFontTx/>
              <a:buNone/>
              <a:defRPr sz="3600">
                <a:solidFill>
                  <a:schemeClr val="bg1"/>
                </a:solidFill>
              </a:defRPr>
            </a:lvl2pPr>
            <a:lvl3pPr marL="0" indent="0">
              <a:lnSpc>
                <a:spcPct val="100000"/>
              </a:lnSpc>
              <a:spcBef>
                <a:spcPts val="0"/>
              </a:spcBef>
              <a:buFontTx/>
              <a:buNone/>
              <a:defRPr sz="3600">
                <a:solidFill>
                  <a:schemeClr val="bg1"/>
                </a:solidFill>
              </a:defRPr>
            </a:lvl3pPr>
            <a:lvl4pPr marL="0" indent="0">
              <a:lnSpc>
                <a:spcPct val="100000"/>
              </a:lnSpc>
              <a:spcBef>
                <a:spcPts val="0"/>
              </a:spcBef>
              <a:buFontTx/>
              <a:buNone/>
              <a:defRPr sz="3600">
                <a:solidFill>
                  <a:schemeClr val="bg1"/>
                </a:solidFill>
              </a:defRPr>
            </a:lvl4pPr>
            <a:lvl5pPr marL="0" indent="0">
              <a:lnSpc>
                <a:spcPct val="100000"/>
              </a:lnSpc>
              <a:spcBef>
                <a:spcPts val="0"/>
              </a:spcBef>
              <a:buFontTx/>
              <a:buNone/>
              <a:defRPr sz="3600">
                <a:solidFill>
                  <a:schemeClr val="bg1"/>
                </a:solidFill>
              </a:defRPr>
            </a:lvl5pPr>
          </a:lstStyle>
          <a:p>
            <a:pPr lvl="0"/>
            <a:r>
              <a:rPr lang="en-US"/>
              <a:t>Click to edit Master text styles</a:t>
            </a:r>
          </a:p>
        </p:txBody>
      </p:sp>
      <p:sp>
        <p:nvSpPr>
          <p:cNvPr id="12" name="Fußzeilenplatzhalter 2"/>
          <p:cNvSpPr>
            <a:spLocks noGrp="1"/>
          </p:cNvSpPr>
          <p:nvPr>
            <p:ph type="ftr" sz="quarter" idx="10"/>
          </p:nvPr>
        </p:nvSpPr>
        <p:spPr>
          <a:xfrm>
            <a:off x="929391" y="4890652"/>
            <a:ext cx="5220000" cy="108000"/>
          </a:xfrm>
        </p:spPr>
        <p:txBody>
          <a:bodyPr/>
          <a:lstStyle>
            <a:lvl1pPr>
              <a:defRPr>
                <a:solidFill>
                  <a:schemeClr val="bg1"/>
                </a:solidFill>
              </a:defRPr>
            </a:lvl1pPr>
          </a:lstStyle>
          <a:p>
            <a:pPr>
              <a:lnSpc>
                <a:spcPts val="800"/>
              </a:lnSpc>
            </a:pPr>
            <a:endParaRPr lang="de-DE" dirty="0">
              <a:solidFill>
                <a:srgbClr val="FFFFFF"/>
              </a:solidFill>
            </a:endParaRPr>
          </a:p>
        </p:txBody>
      </p:sp>
      <p:sp>
        <p:nvSpPr>
          <p:cNvPr id="14" name="Foliennummernplatzhalter 3"/>
          <p:cNvSpPr>
            <a:spLocks noGrp="1"/>
          </p:cNvSpPr>
          <p:nvPr>
            <p:ph type="sldNum" sz="quarter" idx="11"/>
          </p:nvPr>
        </p:nvSpPr>
        <p:spPr>
          <a:xfrm>
            <a:off x="8604001" y="4890652"/>
            <a:ext cx="180000" cy="108000"/>
          </a:xfrm>
        </p:spPr>
        <p:txBody>
          <a:bodyPr/>
          <a:lstStyle>
            <a:lvl1pPr>
              <a:defRPr>
                <a:solidFill>
                  <a:schemeClr val="bg1"/>
                </a:solidFill>
              </a:defRPr>
            </a:lvl1pPr>
          </a:lstStyle>
          <a:p>
            <a:pPr>
              <a:lnSpc>
                <a:spcPts val="800"/>
              </a:lnSpc>
            </a:pPr>
            <a:fld id="{D985BC7C-F6A2-4FED-9217-735A5E10A319}" type="slidenum">
              <a:rPr lang="de-DE" smtClean="0">
                <a:solidFill>
                  <a:srgbClr val="FFFFFF"/>
                </a:solidFill>
              </a:rPr>
              <a:pPr>
                <a:lnSpc>
                  <a:spcPts val="800"/>
                </a:lnSpc>
              </a:pPr>
              <a:t>‹#›</a:t>
            </a:fld>
            <a:endParaRPr lang="de-DE" dirty="0">
              <a:solidFill>
                <a:srgbClr val="FFFFFF"/>
              </a:solidFill>
            </a:endParaRPr>
          </a:p>
        </p:txBody>
      </p:sp>
      <p:grpSp>
        <p:nvGrpSpPr>
          <p:cNvPr id="16" name="Gruppieren 15"/>
          <p:cNvGrpSpPr/>
          <p:nvPr userDrawn="1"/>
        </p:nvGrpSpPr>
        <p:grpSpPr>
          <a:xfrm>
            <a:off x="360002" y="4722301"/>
            <a:ext cx="8424000" cy="366353"/>
            <a:chOff x="360001" y="4722299"/>
            <a:chExt cx="8424000" cy="366353"/>
          </a:xfrm>
        </p:grpSpPr>
        <p:sp>
          <p:nvSpPr>
            <p:cNvPr id="17" name="Text Box 10"/>
            <p:cNvSpPr txBox="1">
              <a:spLocks noChangeArrowheads="1"/>
            </p:cNvSpPr>
            <p:nvPr userDrawn="1"/>
          </p:nvSpPr>
          <p:spPr bwMode="black">
            <a:xfrm>
              <a:off x="7607032" y="4898308"/>
              <a:ext cx="900000" cy="92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20" name="Gerade Verbindung 19"/>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21" name="Grafik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11" name="Textfeld 10" descr="NovaPathClassification"/>
          <p:cNvSpPr txBox="1"/>
          <p:nvPr userDrawn="1"/>
        </p:nvSpPr>
        <p:spPr>
          <a:xfrm>
            <a:off x="6269275" y="4887949"/>
            <a:ext cx="1260000" cy="108000"/>
          </a:xfrm>
          <a:prstGeom prst="rect">
            <a:avLst/>
          </a:prstGeom>
        </p:spPr>
        <p:txBody>
          <a:bodyPr vert="horz" lIns="0" tIns="0" rIns="0" bIns="0" rtlCol="0" anchor="ctr"/>
          <a:lstStyle>
            <a:defPPr>
              <a:defRPr lang="de-DE"/>
            </a:defPPr>
            <a:lvl1pPr>
              <a:defRPr sz="600"/>
            </a:lvl1pPr>
          </a:lstStyle>
          <a:p>
            <a:pPr lvl="0"/>
            <a:endParaRPr lang="en-US" sz="600" noProof="0" dirty="0">
              <a:solidFill>
                <a:schemeClr val="bg1"/>
              </a:solidFill>
            </a:endParaRPr>
          </a:p>
        </p:txBody>
      </p:sp>
    </p:spTree>
    <p:extLst>
      <p:ext uri="{BB962C8B-B14F-4D97-AF65-F5344CB8AC3E}">
        <p14:creationId xmlns:p14="http://schemas.microsoft.com/office/powerpoint/2010/main" val="18495177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 preserve="1">
  <p:cSld name="Title and Content (blue)">
    <p:spTree>
      <p:nvGrpSpPr>
        <p:cNvPr id="1" name=""/>
        <p:cNvGrpSpPr/>
        <p:nvPr/>
      </p:nvGrpSpPr>
      <p:grpSpPr>
        <a:xfrm>
          <a:off x="0" y="0"/>
          <a:ext cx="0" cy="0"/>
          <a:chOff x="0" y="0"/>
          <a:chExt cx="0" cy="0"/>
        </a:xfrm>
      </p:grpSpPr>
      <p:sp>
        <p:nvSpPr>
          <p:cNvPr id="7" name="Rechteck 6"/>
          <p:cNvSpPr/>
          <p:nvPr userDrawn="1"/>
        </p:nvSpPr>
        <p:spPr>
          <a:xfrm>
            <a:off x="0" y="0"/>
            <a:ext cx="9144000" cy="5144400"/>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sp>
        <p:nvSpPr>
          <p:cNvPr id="2" name="Titel 1"/>
          <p:cNvSpPr>
            <a:spLocks noGrp="1"/>
          </p:cNvSpPr>
          <p:nvPr>
            <p:ph type="title"/>
          </p:nvPr>
        </p:nvSpPr>
        <p:spPr/>
        <p:txBody>
          <a:bodyPr/>
          <a:lstStyle>
            <a:lvl1pPr>
              <a:defRPr>
                <a:solidFill>
                  <a:schemeClr val="bg1"/>
                </a:solidFill>
              </a:defRPr>
            </a:lvl1pPr>
          </a:lstStyle>
          <a:p>
            <a:r>
              <a:rPr lang="en-US"/>
              <a:t>Click to edit Master title style</a:t>
            </a:r>
            <a:endParaRPr lang="de-DE" dirty="0"/>
          </a:p>
        </p:txBody>
      </p:sp>
      <p:sp>
        <p:nvSpPr>
          <p:cNvPr id="3" name="Inhaltsplatzhalter 2"/>
          <p:cNvSpPr>
            <a:spLocks noGrp="1"/>
          </p:cNvSpPr>
          <p:nvPr>
            <p:ph idx="1"/>
          </p:nvPr>
        </p:nvSpPr>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defRPr>
                <a:solidFill>
                  <a:schemeClr val="bg1"/>
                </a:solidFill>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lvl1pPr>
              <a:defRPr>
                <a:solidFill>
                  <a:schemeClr val="bg1"/>
                </a:solidFill>
              </a:defRPr>
            </a:lvl1pPr>
          </a:lstStyle>
          <a:p>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AE839375-43AA-4A5D-B991-4343C4570BCB}" type="slidenum">
              <a:rPr lang="de-DE" smtClean="0"/>
              <a:pPr/>
              <a:t>‹#›</a:t>
            </a:fld>
            <a:endParaRPr lang="de-DE"/>
          </a:p>
        </p:txBody>
      </p:sp>
      <p:grpSp>
        <p:nvGrpSpPr>
          <p:cNvPr id="8" name="Gruppieren 7"/>
          <p:cNvGrpSpPr/>
          <p:nvPr userDrawn="1"/>
        </p:nvGrpSpPr>
        <p:grpSpPr>
          <a:xfrm>
            <a:off x="360002" y="4722301"/>
            <a:ext cx="8424000" cy="366353"/>
            <a:chOff x="360001" y="4722299"/>
            <a:chExt cx="8424000" cy="366353"/>
          </a:xfrm>
        </p:grpSpPr>
        <p:sp>
          <p:nvSpPr>
            <p:cNvPr id="9" name="Text Box 10"/>
            <p:cNvSpPr txBox="1">
              <a:spLocks noChangeArrowheads="1"/>
            </p:cNvSpPr>
            <p:nvPr userDrawn="1"/>
          </p:nvSpPr>
          <p:spPr bwMode="black">
            <a:xfrm>
              <a:off x="7607032" y="4898308"/>
              <a:ext cx="900000" cy="92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10" name="Gerade Verbindung 9"/>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15" name="Textfeld 14" descr="NovaPathClassification"/>
          <p:cNvSpPr txBox="1"/>
          <p:nvPr userDrawn="1"/>
        </p:nvSpPr>
        <p:spPr>
          <a:xfrm>
            <a:off x="6269275" y="4887949"/>
            <a:ext cx="1260000" cy="108000"/>
          </a:xfrm>
          <a:prstGeom prst="rect">
            <a:avLst/>
          </a:prstGeom>
        </p:spPr>
        <p:txBody>
          <a:bodyPr vert="horz" lIns="0" tIns="0" rIns="0" bIns="0" rtlCol="0" anchor="ctr"/>
          <a:lstStyle>
            <a:defPPr>
              <a:defRPr lang="de-DE"/>
            </a:defPPr>
            <a:lvl1pPr>
              <a:defRPr sz="600"/>
            </a:lvl1pPr>
          </a:lstStyle>
          <a:p>
            <a:pPr lvl="0"/>
            <a:endParaRPr lang="en-US" sz="600" noProof="0" dirty="0">
              <a:solidFill>
                <a:schemeClr val="bg1"/>
              </a:solidFill>
            </a:endParaRPr>
          </a:p>
        </p:txBody>
      </p:sp>
    </p:spTree>
    <p:extLst>
      <p:ext uri="{BB962C8B-B14F-4D97-AF65-F5344CB8AC3E}">
        <p14:creationId xmlns:p14="http://schemas.microsoft.com/office/powerpoint/2010/main" val="41562626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Only" preserve="1">
  <p:cSld name="Title Only (blue)">
    <p:spTree>
      <p:nvGrpSpPr>
        <p:cNvPr id="1" name=""/>
        <p:cNvGrpSpPr/>
        <p:nvPr/>
      </p:nvGrpSpPr>
      <p:grpSpPr>
        <a:xfrm>
          <a:off x="0" y="0"/>
          <a:ext cx="0" cy="0"/>
          <a:chOff x="0" y="0"/>
          <a:chExt cx="0" cy="0"/>
        </a:xfrm>
      </p:grpSpPr>
      <p:sp>
        <p:nvSpPr>
          <p:cNvPr id="6" name="Rechteck 5"/>
          <p:cNvSpPr/>
          <p:nvPr userDrawn="1"/>
        </p:nvSpPr>
        <p:spPr>
          <a:xfrm>
            <a:off x="0" y="0"/>
            <a:ext cx="9144000" cy="5144400"/>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sp>
        <p:nvSpPr>
          <p:cNvPr id="2" name="Titel 1"/>
          <p:cNvSpPr>
            <a:spLocks noGrp="1"/>
          </p:cNvSpPr>
          <p:nvPr>
            <p:ph type="title"/>
          </p:nvPr>
        </p:nvSpPr>
        <p:spPr/>
        <p:txBody>
          <a:bodyPr/>
          <a:lstStyle>
            <a:lvl1pPr>
              <a:defRPr>
                <a:solidFill>
                  <a:schemeClr val="bg1"/>
                </a:solidFill>
              </a:defRPr>
            </a:lvl1pPr>
          </a:lstStyle>
          <a:p>
            <a:r>
              <a:rPr lang="en-US"/>
              <a:t>Click to edit Master title style</a:t>
            </a:r>
            <a:endParaRPr lang="de-DE" dirty="0"/>
          </a:p>
        </p:txBody>
      </p:sp>
      <p:sp>
        <p:nvSpPr>
          <p:cNvPr id="4" name="Fußzeilenplatzhalter 3"/>
          <p:cNvSpPr>
            <a:spLocks noGrp="1"/>
          </p:cNvSpPr>
          <p:nvPr>
            <p:ph type="ftr" sz="quarter" idx="11"/>
          </p:nvPr>
        </p:nvSpPr>
        <p:spPr/>
        <p:txBody>
          <a:bodyPr/>
          <a:lstStyle>
            <a:lvl1pPr>
              <a:defRPr>
                <a:solidFill>
                  <a:schemeClr val="bg1"/>
                </a:solidFill>
              </a:defRPr>
            </a:lvl1pPr>
          </a:lstStyle>
          <a:p>
            <a:endParaRPr lang="de-DE"/>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AE839375-43AA-4A5D-B991-4343C4570BCB}" type="slidenum">
              <a:rPr lang="de-DE" smtClean="0"/>
              <a:pPr/>
              <a:t>‹#›</a:t>
            </a:fld>
            <a:endParaRPr lang="de-DE"/>
          </a:p>
        </p:txBody>
      </p:sp>
      <p:grpSp>
        <p:nvGrpSpPr>
          <p:cNvPr id="7" name="Gruppieren 6"/>
          <p:cNvGrpSpPr/>
          <p:nvPr userDrawn="1"/>
        </p:nvGrpSpPr>
        <p:grpSpPr>
          <a:xfrm>
            <a:off x="360002" y="4722301"/>
            <a:ext cx="8424000" cy="366353"/>
            <a:chOff x="360001" y="4722299"/>
            <a:chExt cx="8424000" cy="366353"/>
          </a:xfrm>
        </p:grpSpPr>
        <p:sp>
          <p:nvSpPr>
            <p:cNvPr id="8" name="Text Box 10"/>
            <p:cNvSpPr txBox="1">
              <a:spLocks noChangeArrowheads="1"/>
            </p:cNvSpPr>
            <p:nvPr userDrawn="1"/>
          </p:nvSpPr>
          <p:spPr bwMode="black">
            <a:xfrm>
              <a:off x="7607032" y="4898308"/>
              <a:ext cx="900000" cy="92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9" name="Gerade Verbindung 8"/>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15" name="Textfeld 14" descr="NovaPathClassification"/>
          <p:cNvSpPr txBox="1"/>
          <p:nvPr userDrawn="1"/>
        </p:nvSpPr>
        <p:spPr>
          <a:xfrm>
            <a:off x="6269275" y="4887949"/>
            <a:ext cx="1260000" cy="108000"/>
          </a:xfrm>
          <a:prstGeom prst="rect">
            <a:avLst/>
          </a:prstGeom>
        </p:spPr>
        <p:txBody>
          <a:bodyPr vert="horz" lIns="0" tIns="0" rIns="0" bIns="0" rtlCol="0" anchor="ctr"/>
          <a:lstStyle>
            <a:defPPr>
              <a:defRPr lang="de-DE"/>
            </a:defPPr>
            <a:lvl1pPr>
              <a:defRPr sz="600"/>
            </a:lvl1pPr>
          </a:lstStyle>
          <a:p>
            <a:pPr lvl="0"/>
            <a:endParaRPr lang="en-US" sz="600" noProof="0" dirty="0">
              <a:solidFill>
                <a:schemeClr val="bg1"/>
              </a:solidFill>
            </a:endParaRPr>
          </a:p>
        </p:txBody>
      </p:sp>
    </p:spTree>
    <p:extLst>
      <p:ext uri="{BB962C8B-B14F-4D97-AF65-F5344CB8AC3E}">
        <p14:creationId xmlns:p14="http://schemas.microsoft.com/office/powerpoint/2010/main" val="10583610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blue)">
    <p:spTree>
      <p:nvGrpSpPr>
        <p:cNvPr id="1" name=""/>
        <p:cNvGrpSpPr/>
        <p:nvPr/>
      </p:nvGrpSpPr>
      <p:grpSpPr>
        <a:xfrm>
          <a:off x="0" y="0"/>
          <a:ext cx="0" cy="0"/>
          <a:chOff x="0" y="0"/>
          <a:chExt cx="0" cy="0"/>
        </a:xfrm>
      </p:grpSpPr>
      <p:sp>
        <p:nvSpPr>
          <p:cNvPr id="5" name="Rechteck 4"/>
          <p:cNvSpPr/>
          <p:nvPr userDrawn="1"/>
        </p:nvSpPr>
        <p:spPr>
          <a:xfrm>
            <a:off x="0" y="0"/>
            <a:ext cx="9144000" cy="5144400"/>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sp>
        <p:nvSpPr>
          <p:cNvPr id="3" name="Fußzeilenplatzhalter 2"/>
          <p:cNvSpPr>
            <a:spLocks noGrp="1"/>
          </p:cNvSpPr>
          <p:nvPr>
            <p:ph type="ftr" sz="quarter" idx="11"/>
          </p:nvPr>
        </p:nvSpPr>
        <p:spPr/>
        <p:txBody>
          <a:bodyPr/>
          <a:lstStyle>
            <a:lvl1pPr>
              <a:defRPr>
                <a:solidFill>
                  <a:schemeClr val="bg1"/>
                </a:solidFill>
              </a:defRPr>
            </a:lvl1pPr>
          </a:lstStyle>
          <a:p>
            <a:endParaRPr lang="de-DE" dirty="0"/>
          </a:p>
        </p:txBody>
      </p:sp>
      <p:sp>
        <p:nvSpPr>
          <p:cNvPr id="4" name="Foliennummernplatzhalter 3"/>
          <p:cNvSpPr>
            <a:spLocks noGrp="1"/>
          </p:cNvSpPr>
          <p:nvPr>
            <p:ph type="sldNum" sz="quarter" idx="12"/>
          </p:nvPr>
        </p:nvSpPr>
        <p:spPr/>
        <p:txBody>
          <a:bodyPr/>
          <a:lstStyle>
            <a:lvl1pPr>
              <a:defRPr>
                <a:solidFill>
                  <a:schemeClr val="bg1"/>
                </a:solidFill>
              </a:defRPr>
            </a:lvl1pPr>
          </a:lstStyle>
          <a:p>
            <a:fld id="{AE839375-43AA-4A5D-B991-4343C4570BCB}" type="slidenum">
              <a:rPr lang="de-DE" smtClean="0"/>
              <a:pPr/>
              <a:t>‹#›</a:t>
            </a:fld>
            <a:endParaRPr lang="de-DE"/>
          </a:p>
        </p:txBody>
      </p:sp>
      <p:grpSp>
        <p:nvGrpSpPr>
          <p:cNvPr id="6" name="Gruppieren 5"/>
          <p:cNvGrpSpPr/>
          <p:nvPr userDrawn="1"/>
        </p:nvGrpSpPr>
        <p:grpSpPr>
          <a:xfrm>
            <a:off x="360002" y="4722301"/>
            <a:ext cx="8424000" cy="366353"/>
            <a:chOff x="360001" y="4722299"/>
            <a:chExt cx="8424000" cy="366353"/>
          </a:xfrm>
        </p:grpSpPr>
        <p:sp>
          <p:nvSpPr>
            <p:cNvPr id="7" name="Text Box 10"/>
            <p:cNvSpPr txBox="1">
              <a:spLocks noChangeArrowheads="1"/>
            </p:cNvSpPr>
            <p:nvPr userDrawn="1"/>
          </p:nvSpPr>
          <p:spPr bwMode="black">
            <a:xfrm>
              <a:off x="7607032" y="4898308"/>
              <a:ext cx="900000" cy="92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8" name="Gerade Verbindung 7"/>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14" name="Textfeld 13" descr="NovaPathClassification"/>
          <p:cNvSpPr txBox="1"/>
          <p:nvPr userDrawn="1"/>
        </p:nvSpPr>
        <p:spPr>
          <a:xfrm>
            <a:off x="6269275" y="4887949"/>
            <a:ext cx="1260000" cy="108000"/>
          </a:xfrm>
          <a:prstGeom prst="rect">
            <a:avLst/>
          </a:prstGeom>
        </p:spPr>
        <p:txBody>
          <a:bodyPr vert="horz" lIns="0" tIns="0" rIns="0" bIns="0" rtlCol="0" anchor="ctr"/>
          <a:lstStyle>
            <a:defPPr>
              <a:defRPr lang="de-DE"/>
            </a:defPPr>
            <a:lvl1pPr>
              <a:defRPr sz="600"/>
            </a:lvl1pPr>
          </a:lstStyle>
          <a:p>
            <a:pPr lvl="0"/>
            <a:endParaRPr lang="en-US" sz="600" noProof="0" dirty="0">
              <a:solidFill>
                <a:schemeClr val="bg1"/>
              </a:solidFill>
            </a:endParaRPr>
          </a:p>
        </p:txBody>
      </p:sp>
    </p:spTree>
    <p:extLst>
      <p:ext uri="{BB962C8B-B14F-4D97-AF65-F5344CB8AC3E}">
        <p14:creationId xmlns:p14="http://schemas.microsoft.com/office/powerpoint/2010/main" val="14112991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II (blue)">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DBBEBD73-2CD8-46CA-9CCA-F2A581067279}"/>
              </a:ext>
            </a:extLst>
          </p:cNvPr>
          <p:cNvSpPr/>
          <p:nvPr userDrawn="1"/>
        </p:nvSpPr>
        <p:spPr>
          <a:xfrm>
            <a:off x="0" y="0"/>
            <a:ext cx="9144000" cy="5144400"/>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grpSp>
        <p:nvGrpSpPr>
          <p:cNvPr id="12" name="Gruppieren 11">
            <a:extLst>
              <a:ext uri="{FF2B5EF4-FFF2-40B4-BE49-F238E27FC236}">
                <a16:creationId xmlns:a16="http://schemas.microsoft.com/office/drawing/2014/main" id="{12D70085-D491-4B7E-82E2-6A377FF3F9E8}"/>
              </a:ext>
            </a:extLst>
          </p:cNvPr>
          <p:cNvGrpSpPr/>
          <p:nvPr userDrawn="1"/>
        </p:nvGrpSpPr>
        <p:grpSpPr>
          <a:xfrm>
            <a:off x="360002" y="4722301"/>
            <a:ext cx="8424000" cy="366353"/>
            <a:chOff x="360001" y="4722299"/>
            <a:chExt cx="8424000" cy="366353"/>
          </a:xfrm>
        </p:grpSpPr>
        <p:sp>
          <p:nvSpPr>
            <p:cNvPr id="13" name="Text Box 10">
              <a:extLst>
                <a:ext uri="{FF2B5EF4-FFF2-40B4-BE49-F238E27FC236}">
                  <a16:creationId xmlns:a16="http://schemas.microsoft.com/office/drawing/2014/main" id="{2D9DBB93-3AFB-4553-916B-2A17CC72F7C9}"/>
                </a:ext>
              </a:extLst>
            </p:cNvPr>
            <p:cNvSpPr txBox="1">
              <a:spLocks noChangeArrowheads="1"/>
            </p:cNvSpPr>
            <p:nvPr userDrawn="1"/>
          </p:nvSpPr>
          <p:spPr bwMode="black">
            <a:xfrm>
              <a:off x="7607032" y="4898308"/>
              <a:ext cx="900000" cy="92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14" name="Gerade Verbindung 7">
              <a:extLst>
                <a:ext uri="{FF2B5EF4-FFF2-40B4-BE49-F238E27FC236}">
                  <a16:creationId xmlns:a16="http://schemas.microsoft.com/office/drawing/2014/main" id="{78246845-3A96-4A03-9FB8-0BDD36E09A19}"/>
                </a:ext>
              </a:extLst>
            </p:cNvPr>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15" name="Grafik 14">
              <a:extLst>
                <a:ext uri="{FF2B5EF4-FFF2-40B4-BE49-F238E27FC236}">
                  <a16:creationId xmlns:a16="http://schemas.microsoft.com/office/drawing/2014/main" id="{AC241905-1CD8-4733-9B38-2B12EF1D99B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2" name="Titel 1"/>
          <p:cNvSpPr>
            <a:spLocks noGrp="1"/>
          </p:cNvSpPr>
          <p:nvPr>
            <p:ph type="title"/>
          </p:nvPr>
        </p:nvSpPr>
        <p:spPr>
          <a:xfrm>
            <a:off x="360364" y="143956"/>
            <a:ext cx="8424001" cy="593817"/>
          </a:xfrm>
        </p:spPr>
        <p:txBody>
          <a:bodyPr/>
          <a:lstStyle>
            <a:lvl1pPr>
              <a:defRPr>
                <a:solidFill>
                  <a:schemeClr val="bg1"/>
                </a:solidFill>
              </a:defRPr>
            </a:lvl1pPr>
          </a:lstStyle>
          <a:p>
            <a:r>
              <a:rPr lang="en-US"/>
              <a:t>Click to edit Master title style</a:t>
            </a:r>
            <a:endParaRPr lang="de-DE" dirty="0"/>
          </a:p>
        </p:txBody>
      </p:sp>
      <p:sp>
        <p:nvSpPr>
          <p:cNvPr id="7" name="Inhaltsplatzhalter 3"/>
          <p:cNvSpPr>
            <a:spLocks noGrp="1"/>
          </p:cNvSpPr>
          <p:nvPr>
            <p:ph idx="13"/>
          </p:nvPr>
        </p:nvSpPr>
        <p:spPr>
          <a:xfrm>
            <a:off x="4661096" y="864002"/>
            <a:ext cx="4122000" cy="3780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lvl1pPr>
              <a:defRPr>
                <a:solidFill>
                  <a:schemeClr val="bg1"/>
                </a:solidFill>
              </a:defRPr>
            </a:lvl1pPr>
          </a:lstStyle>
          <a:p>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AE839375-43AA-4A5D-B991-4343C4570BCB}" type="slidenum">
              <a:rPr lang="de-DE" smtClean="0"/>
              <a:pPr/>
              <a:t>‹#›</a:t>
            </a:fld>
            <a:endParaRPr lang="de-DE"/>
          </a:p>
        </p:txBody>
      </p:sp>
      <p:sp>
        <p:nvSpPr>
          <p:cNvPr id="8" name="Bildplatzhalter 2">
            <a:extLst>
              <a:ext uri="{FF2B5EF4-FFF2-40B4-BE49-F238E27FC236}">
                <a16:creationId xmlns:a16="http://schemas.microsoft.com/office/drawing/2014/main" id="{68002865-4DF0-4DF0-9A0B-10DDC8EA3CE9}"/>
              </a:ext>
            </a:extLst>
          </p:cNvPr>
          <p:cNvSpPr>
            <a:spLocks noGrp="1"/>
          </p:cNvSpPr>
          <p:nvPr>
            <p:ph type="pic" sz="quarter" idx="14"/>
          </p:nvPr>
        </p:nvSpPr>
        <p:spPr>
          <a:xfrm>
            <a:off x="360005" y="864003"/>
            <a:ext cx="4122737" cy="3780000"/>
          </a:xfrm>
          <a:solidFill>
            <a:schemeClr val="bg2"/>
          </a:solidFill>
        </p:spPr>
        <p:txBody>
          <a:bodyPr/>
          <a:lstStyle/>
          <a:p>
            <a:r>
              <a:rPr lang="en-US"/>
              <a:t>Click icon to add picture</a:t>
            </a:r>
            <a:endParaRPr lang="de-DE"/>
          </a:p>
        </p:txBody>
      </p:sp>
    </p:spTree>
    <p:extLst>
      <p:ext uri="{BB962C8B-B14F-4D97-AF65-F5344CB8AC3E}">
        <p14:creationId xmlns:p14="http://schemas.microsoft.com/office/powerpoint/2010/main" val="17842614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ent with two Pictures II (blue)">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55E3D64A-3A09-41C8-A3A4-91CCF15BEED0}"/>
              </a:ext>
            </a:extLst>
          </p:cNvPr>
          <p:cNvSpPr/>
          <p:nvPr userDrawn="1"/>
        </p:nvSpPr>
        <p:spPr>
          <a:xfrm>
            <a:off x="0" y="0"/>
            <a:ext cx="9144000" cy="5144400"/>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grpSp>
        <p:nvGrpSpPr>
          <p:cNvPr id="14" name="Gruppieren 13">
            <a:extLst>
              <a:ext uri="{FF2B5EF4-FFF2-40B4-BE49-F238E27FC236}">
                <a16:creationId xmlns:a16="http://schemas.microsoft.com/office/drawing/2014/main" id="{25751EED-6898-4C4C-8A3D-F4336D3AF0C8}"/>
              </a:ext>
            </a:extLst>
          </p:cNvPr>
          <p:cNvGrpSpPr/>
          <p:nvPr userDrawn="1"/>
        </p:nvGrpSpPr>
        <p:grpSpPr>
          <a:xfrm>
            <a:off x="360002" y="4722301"/>
            <a:ext cx="8424000" cy="366353"/>
            <a:chOff x="360001" y="4722299"/>
            <a:chExt cx="8424000" cy="366353"/>
          </a:xfrm>
        </p:grpSpPr>
        <p:sp>
          <p:nvSpPr>
            <p:cNvPr id="15" name="Text Box 10">
              <a:extLst>
                <a:ext uri="{FF2B5EF4-FFF2-40B4-BE49-F238E27FC236}">
                  <a16:creationId xmlns:a16="http://schemas.microsoft.com/office/drawing/2014/main" id="{EECED83C-AD55-4FC0-A229-F1B295606742}"/>
                </a:ext>
              </a:extLst>
            </p:cNvPr>
            <p:cNvSpPr txBox="1">
              <a:spLocks noChangeArrowheads="1"/>
            </p:cNvSpPr>
            <p:nvPr userDrawn="1"/>
          </p:nvSpPr>
          <p:spPr bwMode="black">
            <a:xfrm>
              <a:off x="7607032" y="4898308"/>
              <a:ext cx="900000" cy="92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16" name="Gerade Verbindung 7">
              <a:extLst>
                <a:ext uri="{FF2B5EF4-FFF2-40B4-BE49-F238E27FC236}">
                  <a16:creationId xmlns:a16="http://schemas.microsoft.com/office/drawing/2014/main" id="{4BE1FAAA-6F6F-4D28-A4E3-E47532F20FF8}"/>
                </a:ext>
              </a:extLst>
            </p:cNvPr>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17" name="Grafik 16">
              <a:extLst>
                <a:ext uri="{FF2B5EF4-FFF2-40B4-BE49-F238E27FC236}">
                  <a16:creationId xmlns:a16="http://schemas.microsoft.com/office/drawing/2014/main" id="{0BD19E2C-C0B6-46BC-A9A3-38C3644992A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2" name="Titel 1"/>
          <p:cNvSpPr>
            <a:spLocks noGrp="1"/>
          </p:cNvSpPr>
          <p:nvPr>
            <p:ph type="title"/>
          </p:nvPr>
        </p:nvSpPr>
        <p:spPr>
          <a:xfrm>
            <a:off x="360364" y="143956"/>
            <a:ext cx="8424001" cy="593817"/>
          </a:xfrm>
        </p:spPr>
        <p:txBody>
          <a:bodyPr/>
          <a:lstStyle>
            <a:lvl1pPr>
              <a:defRPr>
                <a:solidFill>
                  <a:schemeClr val="bg1"/>
                </a:solidFill>
              </a:defRPr>
            </a:lvl1pPr>
          </a:lstStyle>
          <a:p>
            <a:r>
              <a:rPr lang="en-US"/>
              <a:t>Click to edit Master title style</a:t>
            </a:r>
            <a:endParaRPr lang="de-DE" dirty="0"/>
          </a:p>
        </p:txBody>
      </p:sp>
      <p:sp>
        <p:nvSpPr>
          <p:cNvPr id="7" name="Inhaltsplatzhalter 3"/>
          <p:cNvSpPr>
            <a:spLocks noGrp="1"/>
          </p:cNvSpPr>
          <p:nvPr>
            <p:ph idx="13"/>
          </p:nvPr>
        </p:nvSpPr>
        <p:spPr>
          <a:xfrm>
            <a:off x="4661096" y="864002"/>
            <a:ext cx="4122000" cy="3780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lvl1pPr>
              <a:defRPr>
                <a:solidFill>
                  <a:schemeClr val="bg1"/>
                </a:solidFill>
              </a:defRPr>
            </a:lvl1pPr>
          </a:lstStyle>
          <a:p>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AE839375-43AA-4A5D-B991-4343C4570BCB}" type="slidenum">
              <a:rPr lang="de-DE" smtClean="0"/>
              <a:pPr/>
              <a:t>‹#›</a:t>
            </a:fld>
            <a:endParaRPr lang="de-DE"/>
          </a:p>
        </p:txBody>
      </p:sp>
      <p:sp>
        <p:nvSpPr>
          <p:cNvPr id="9" name="Bildplatzhalter 1">
            <a:extLst>
              <a:ext uri="{FF2B5EF4-FFF2-40B4-BE49-F238E27FC236}">
                <a16:creationId xmlns:a16="http://schemas.microsoft.com/office/drawing/2014/main" id="{3D9FB89A-7413-4EB9-968E-FD2E7383E9BD}"/>
              </a:ext>
            </a:extLst>
          </p:cNvPr>
          <p:cNvSpPr>
            <a:spLocks noGrp="1"/>
          </p:cNvSpPr>
          <p:nvPr>
            <p:ph type="pic" sz="quarter" idx="14"/>
          </p:nvPr>
        </p:nvSpPr>
        <p:spPr>
          <a:xfrm>
            <a:off x="360004" y="863999"/>
            <a:ext cx="4122737" cy="1800000"/>
          </a:xfrm>
          <a:solidFill>
            <a:schemeClr val="bg2"/>
          </a:solidFill>
        </p:spPr>
        <p:txBody>
          <a:bodyPr/>
          <a:lstStyle/>
          <a:p>
            <a:r>
              <a:rPr lang="en-US"/>
              <a:t>Click icon to add picture</a:t>
            </a:r>
            <a:endParaRPr lang="de-DE"/>
          </a:p>
        </p:txBody>
      </p:sp>
      <p:sp>
        <p:nvSpPr>
          <p:cNvPr id="10" name="Bildplatzhalter 2">
            <a:extLst>
              <a:ext uri="{FF2B5EF4-FFF2-40B4-BE49-F238E27FC236}">
                <a16:creationId xmlns:a16="http://schemas.microsoft.com/office/drawing/2014/main" id="{719FEAE7-3FB4-4550-84CA-2F14276DF786}"/>
              </a:ext>
            </a:extLst>
          </p:cNvPr>
          <p:cNvSpPr>
            <a:spLocks noGrp="1"/>
          </p:cNvSpPr>
          <p:nvPr>
            <p:ph type="pic" sz="quarter" idx="15"/>
          </p:nvPr>
        </p:nvSpPr>
        <p:spPr>
          <a:xfrm>
            <a:off x="360004" y="2844000"/>
            <a:ext cx="4122737" cy="1800000"/>
          </a:xfrm>
          <a:solidFill>
            <a:schemeClr val="bg2"/>
          </a:solidFill>
        </p:spPr>
        <p:txBody>
          <a:bodyPr/>
          <a:lstStyle/>
          <a:p>
            <a:r>
              <a:rPr lang="en-US"/>
              <a:t>Click icon to add picture</a:t>
            </a:r>
            <a:endParaRPr lang="de-DE"/>
          </a:p>
        </p:txBody>
      </p:sp>
    </p:spTree>
    <p:extLst>
      <p:ext uri="{BB962C8B-B14F-4D97-AF65-F5344CB8AC3E}">
        <p14:creationId xmlns:p14="http://schemas.microsoft.com/office/powerpoint/2010/main" val="5082608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wo Content with Picture (blue)">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DF8F4CD7-C19E-4BE9-9767-DBDB6073F4F9}"/>
              </a:ext>
            </a:extLst>
          </p:cNvPr>
          <p:cNvSpPr/>
          <p:nvPr userDrawn="1"/>
        </p:nvSpPr>
        <p:spPr>
          <a:xfrm>
            <a:off x="0" y="0"/>
            <a:ext cx="9144000" cy="5144400"/>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grpSp>
        <p:nvGrpSpPr>
          <p:cNvPr id="12" name="Gruppieren 11">
            <a:extLst>
              <a:ext uri="{FF2B5EF4-FFF2-40B4-BE49-F238E27FC236}">
                <a16:creationId xmlns:a16="http://schemas.microsoft.com/office/drawing/2014/main" id="{4104D776-5902-4241-AB7D-91C75C6904F9}"/>
              </a:ext>
            </a:extLst>
          </p:cNvPr>
          <p:cNvGrpSpPr/>
          <p:nvPr userDrawn="1"/>
        </p:nvGrpSpPr>
        <p:grpSpPr>
          <a:xfrm>
            <a:off x="360002" y="4722301"/>
            <a:ext cx="8424000" cy="366353"/>
            <a:chOff x="360001" y="4722299"/>
            <a:chExt cx="8424000" cy="366353"/>
          </a:xfrm>
        </p:grpSpPr>
        <p:sp>
          <p:nvSpPr>
            <p:cNvPr id="13" name="Text Box 10">
              <a:extLst>
                <a:ext uri="{FF2B5EF4-FFF2-40B4-BE49-F238E27FC236}">
                  <a16:creationId xmlns:a16="http://schemas.microsoft.com/office/drawing/2014/main" id="{824F4A33-6BDB-4E6D-BF78-6687C033CEC0}"/>
                </a:ext>
              </a:extLst>
            </p:cNvPr>
            <p:cNvSpPr txBox="1">
              <a:spLocks noChangeArrowheads="1"/>
            </p:cNvSpPr>
            <p:nvPr userDrawn="1"/>
          </p:nvSpPr>
          <p:spPr bwMode="black">
            <a:xfrm>
              <a:off x="7607032" y="4898308"/>
              <a:ext cx="900000" cy="92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14" name="Gerade Verbindung 7">
              <a:extLst>
                <a:ext uri="{FF2B5EF4-FFF2-40B4-BE49-F238E27FC236}">
                  <a16:creationId xmlns:a16="http://schemas.microsoft.com/office/drawing/2014/main" id="{2EF6002E-B749-4141-A0C7-7613296C8B01}"/>
                </a:ext>
              </a:extLst>
            </p:cNvPr>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15" name="Grafik 14">
              <a:extLst>
                <a:ext uri="{FF2B5EF4-FFF2-40B4-BE49-F238E27FC236}">
                  <a16:creationId xmlns:a16="http://schemas.microsoft.com/office/drawing/2014/main" id="{122BE00F-EA87-4573-B0B1-056A78D7BCE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2" name="Titel 1"/>
          <p:cNvSpPr>
            <a:spLocks noGrp="1"/>
          </p:cNvSpPr>
          <p:nvPr>
            <p:ph type="title"/>
          </p:nvPr>
        </p:nvSpPr>
        <p:spPr>
          <a:xfrm>
            <a:off x="360364" y="143956"/>
            <a:ext cx="8424001" cy="593817"/>
          </a:xfrm>
        </p:spPr>
        <p:txBody>
          <a:bodyPr/>
          <a:lstStyle>
            <a:lvl1pPr>
              <a:defRPr>
                <a:solidFill>
                  <a:schemeClr val="bg1"/>
                </a:solidFill>
              </a:defRPr>
            </a:lvl1pPr>
          </a:lstStyle>
          <a:p>
            <a:r>
              <a:rPr lang="en-US"/>
              <a:t>Click to edit Master title style</a:t>
            </a:r>
            <a:endParaRPr lang="de-DE" dirty="0"/>
          </a:p>
        </p:txBody>
      </p:sp>
      <p:sp>
        <p:nvSpPr>
          <p:cNvPr id="3" name="Inhaltsplatzhalter 2"/>
          <p:cNvSpPr>
            <a:spLocks noGrp="1"/>
          </p:cNvSpPr>
          <p:nvPr>
            <p:ph idx="1"/>
          </p:nvPr>
        </p:nvSpPr>
        <p:spPr>
          <a:xfrm>
            <a:off x="360003" y="2844000"/>
            <a:ext cx="4122737" cy="1800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Inhaltsplatzhalter 3"/>
          <p:cNvSpPr>
            <a:spLocks noGrp="1"/>
          </p:cNvSpPr>
          <p:nvPr>
            <p:ph idx="13"/>
          </p:nvPr>
        </p:nvSpPr>
        <p:spPr>
          <a:xfrm>
            <a:off x="4661096" y="864002"/>
            <a:ext cx="4122000" cy="3780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lvl1pPr>
              <a:defRPr>
                <a:solidFill>
                  <a:schemeClr val="bg1"/>
                </a:solidFill>
              </a:defRPr>
            </a:lvl1pPr>
          </a:lstStyle>
          <a:p>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AE839375-43AA-4A5D-B991-4343C4570BCB}" type="slidenum">
              <a:rPr lang="de-DE" smtClean="0"/>
              <a:pPr/>
              <a:t>‹#›</a:t>
            </a:fld>
            <a:endParaRPr lang="de-DE"/>
          </a:p>
        </p:txBody>
      </p:sp>
      <p:sp>
        <p:nvSpPr>
          <p:cNvPr id="8" name="Bildplatzhalter 1">
            <a:extLst>
              <a:ext uri="{FF2B5EF4-FFF2-40B4-BE49-F238E27FC236}">
                <a16:creationId xmlns:a16="http://schemas.microsoft.com/office/drawing/2014/main" id="{4244940D-BCF9-4854-A262-67E8EFBBB0CA}"/>
              </a:ext>
            </a:extLst>
          </p:cNvPr>
          <p:cNvSpPr>
            <a:spLocks noGrp="1"/>
          </p:cNvSpPr>
          <p:nvPr>
            <p:ph type="pic" sz="quarter" idx="14"/>
          </p:nvPr>
        </p:nvSpPr>
        <p:spPr>
          <a:xfrm>
            <a:off x="360004" y="863999"/>
            <a:ext cx="4122737" cy="1800000"/>
          </a:xfrm>
          <a:solidFill>
            <a:schemeClr val="bg2"/>
          </a:solidFill>
        </p:spPr>
        <p:txBody>
          <a:bodyPr/>
          <a:lstStyle/>
          <a:p>
            <a:r>
              <a:rPr lang="en-US"/>
              <a:t>Click icon to add picture</a:t>
            </a:r>
            <a:endParaRPr lang="de-DE" dirty="0"/>
          </a:p>
        </p:txBody>
      </p:sp>
    </p:spTree>
    <p:extLst>
      <p:ext uri="{BB962C8B-B14F-4D97-AF65-F5344CB8AC3E}">
        <p14:creationId xmlns:p14="http://schemas.microsoft.com/office/powerpoint/2010/main" val="31138103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ent with two Pictures III (blue)">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9F484220-BB4A-4B3C-93FB-4F87435A1FB0}"/>
              </a:ext>
            </a:extLst>
          </p:cNvPr>
          <p:cNvSpPr/>
          <p:nvPr userDrawn="1"/>
        </p:nvSpPr>
        <p:spPr>
          <a:xfrm>
            <a:off x="0" y="0"/>
            <a:ext cx="9144000" cy="5144400"/>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grpSp>
        <p:nvGrpSpPr>
          <p:cNvPr id="14" name="Gruppieren 13">
            <a:extLst>
              <a:ext uri="{FF2B5EF4-FFF2-40B4-BE49-F238E27FC236}">
                <a16:creationId xmlns:a16="http://schemas.microsoft.com/office/drawing/2014/main" id="{3F9D652B-6629-4C62-9442-04ECA0BE95A5}"/>
              </a:ext>
            </a:extLst>
          </p:cNvPr>
          <p:cNvGrpSpPr/>
          <p:nvPr userDrawn="1"/>
        </p:nvGrpSpPr>
        <p:grpSpPr>
          <a:xfrm>
            <a:off x="360002" y="4722301"/>
            <a:ext cx="8424000" cy="366353"/>
            <a:chOff x="360001" y="4722299"/>
            <a:chExt cx="8424000" cy="366353"/>
          </a:xfrm>
        </p:grpSpPr>
        <p:sp>
          <p:nvSpPr>
            <p:cNvPr id="15" name="Text Box 10">
              <a:extLst>
                <a:ext uri="{FF2B5EF4-FFF2-40B4-BE49-F238E27FC236}">
                  <a16:creationId xmlns:a16="http://schemas.microsoft.com/office/drawing/2014/main" id="{F00E673A-B66C-48A0-B356-7A83243FBF2A}"/>
                </a:ext>
              </a:extLst>
            </p:cNvPr>
            <p:cNvSpPr txBox="1">
              <a:spLocks noChangeArrowheads="1"/>
            </p:cNvSpPr>
            <p:nvPr userDrawn="1"/>
          </p:nvSpPr>
          <p:spPr bwMode="black">
            <a:xfrm>
              <a:off x="7607032" y="4898308"/>
              <a:ext cx="900000" cy="92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16" name="Gerade Verbindung 7">
              <a:extLst>
                <a:ext uri="{FF2B5EF4-FFF2-40B4-BE49-F238E27FC236}">
                  <a16:creationId xmlns:a16="http://schemas.microsoft.com/office/drawing/2014/main" id="{9A2A519E-DACD-4122-A760-9F374B8B9819}"/>
                </a:ext>
              </a:extLst>
            </p:cNvPr>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17" name="Grafik 16">
              <a:extLst>
                <a:ext uri="{FF2B5EF4-FFF2-40B4-BE49-F238E27FC236}">
                  <a16:creationId xmlns:a16="http://schemas.microsoft.com/office/drawing/2014/main" id="{F26A5605-7DA8-49BC-93D0-FE57A110DDD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2" name="Titel 1"/>
          <p:cNvSpPr>
            <a:spLocks noGrp="1"/>
          </p:cNvSpPr>
          <p:nvPr>
            <p:ph type="title"/>
          </p:nvPr>
        </p:nvSpPr>
        <p:spPr>
          <a:xfrm>
            <a:off x="360364" y="143956"/>
            <a:ext cx="8424001" cy="593817"/>
          </a:xfrm>
        </p:spPr>
        <p:txBody>
          <a:bodyPr/>
          <a:lstStyle>
            <a:lvl1pPr>
              <a:defRPr>
                <a:solidFill>
                  <a:schemeClr val="bg1"/>
                </a:solidFill>
              </a:defRPr>
            </a:lvl1pPr>
          </a:lstStyle>
          <a:p>
            <a:r>
              <a:rPr lang="en-US"/>
              <a:t>Click to edit Master title style</a:t>
            </a:r>
            <a:endParaRPr lang="de-DE" dirty="0"/>
          </a:p>
        </p:txBody>
      </p:sp>
      <p:sp>
        <p:nvSpPr>
          <p:cNvPr id="7" name="Inhaltsplatzhalter 3"/>
          <p:cNvSpPr>
            <a:spLocks noGrp="1"/>
          </p:cNvSpPr>
          <p:nvPr>
            <p:ph idx="13"/>
          </p:nvPr>
        </p:nvSpPr>
        <p:spPr>
          <a:xfrm>
            <a:off x="4661096" y="864002"/>
            <a:ext cx="4122000" cy="3780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lvl1pPr>
              <a:defRPr>
                <a:solidFill>
                  <a:schemeClr val="bg1"/>
                </a:solidFill>
              </a:defRPr>
            </a:lvl1pPr>
          </a:lstStyle>
          <a:p>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AE839375-43AA-4A5D-B991-4343C4570BCB}" type="slidenum">
              <a:rPr lang="de-DE" smtClean="0"/>
              <a:pPr/>
              <a:t>‹#›</a:t>
            </a:fld>
            <a:endParaRPr lang="de-DE"/>
          </a:p>
        </p:txBody>
      </p:sp>
      <p:sp>
        <p:nvSpPr>
          <p:cNvPr id="9" name="Bildplatzhalter 1">
            <a:extLst>
              <a:ext uri="{FF2B5EF4-FFF2-40B4-BE49-F238E27FC236}">
                <a16:creationId xmlns:a16="http://schemas.microsoft.com/office/drawing/2014/main" id="{3D9FB89A-7413-4EB9-968E-FD2E7383E9BD}"/>
              </a:ext>
            </a:extLst>
          </p:cNvPr>
          <p:cNvSpPr>
            <a:spLocks noGrp="1"/>
          </p:cNvSpPr>
          <p:nvPr>
            <p:ph type="pic" sz="quarter" idx="14"/>
          </p:nvPr>
        </p:nvSpPr>
        <p:spPr>
          <a:xfrm>
            <a:off x="360003" y="864000"/>
            <a:ext cx="1980000" cy="3780000"/>
          </a:xfrm>
          <a:solidFill>
            <a:schemeClr val="bg2"/>
          </a:solidFill>
        </p:spPr>
        <p:txBody>
          <a:bodyPr/>
          <a:lstStyle/>
          <a:p>
            <a:r>
              <a:rPr lang="en-US"/>
              <a:t>Click icon to add picture</a:t>
            </a:r>
            <a:endParaRPr lang="de-DE"/>
          </a:p>
        </p:txBody>
      </p:sp>
      <p:sp>
        <p:nvSpPr>
          <p:cNvPr id="10" name="Bildplatzhalter 2">
            <a:extLst>
              <a:ext uri="{FF2B5EF4-FFF2-40B4-BE49-F238E27FC236}">
                <a16:creationId xmlns:a16="http://schemas.microsoft.com/office/drawing/2014/main" id="{719FEAE7-3FB4-4550-84CA-2F14276DF786}"/>
              </a:ext>
            </a:extLst>
          </p:cNvPr>
          <p:cNvSpPr>
            <a:spLocks noGrp="1"/>
          </p:cNvSpPr>
          <p:nvPr>
            <p:ph type="pic" sz="quarter" idx="15"/>
          </p:nvPr>
        </p:nvSpPr>
        <p:spPr>
          <a:xfrm>
            <a:off x="2502741" y="864002"/>
            <a:ext cx="1980000" cy="3780000"/>
          </a:xfrm>
          <a:solidFill>
            <a:schemeClr val="bg2"/>
          </a:solidFill>
        </p:spPr>
        <p:txBody>
          <a:bodyPr/>
          <a:lstStyle/>
          <a:p>
            <a:r>
              <a:rPr lang="en-US"/>
              <a:t>Click icon to add picture</a:t>
            </a:r>
            <a:endParaRPr lang="de-DE" dirty="0"/>
          </a:p>
        </p:txBody>
      </p:sp>
    </p:spTree>
    <p:extLst>
      <p:ext uri="{BB962C8B-B14F-4D97-AF65-F5344CB8AC3E}">
        <p14:creationId xmlns:p14="http://schemas.microsoft.com/office/powerpoint/2010/main" val="2729237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ent with four Pictures (blue)">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5B274DCC-0F14-4867-ADEB-F7738D13C862}"/>
              </a:ext>
            </a:extLst>
          </p:cNvPr>
          <p:cNvSpPr/>
          <p:nvPr userDrawn="1"/>
        </p:nvSpPr>
        <p:spPr>
          <a:xfrm>
            <a:off x="0" y="0"/>
            <a:ext cx="9144000" cy="5144400"/>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grpSp>
        <p:nvGrpSpPr>
          <p:cNvPr id="16" name="Gruppieren 15">
            <a:extLst>
              <a:ext uri="{FF2B5EF4-FFF2-40B4-BE49-F238E27FC236}">
                <a16:creationId xmlns:a16="http://schemas.microsoft.com/office/drawing/2014/main" id="{63865197-382F-47E2-853A-CB850DF71CF0}"/>
              </a:ext>
            </a:extLst>
          </p:cNvPr>
          <p:cNvGrpSpPr/>
          <p:nvPr userDrawn="1"/>
        </p:nvGrpSpPr>
        <p:grpSpPr>
          <a:xfrm>
            <a:off x="360002" y="4722301"/>
            <a:ext cx="8424000" cy="366353"/>
            <a:chOff x="360001" y="4722299"/>
            <a:chExt cx="8424000" cy="366353"/>
          </a:xfrm>
        </p:grpSpPr>
        <p:sp>
          <p:nvSpPr>
            <p:cNvPr id="17" name="Text Box 10">
              <a:extLst>
                <a:ext uri="{FF2B5EF4-FFF2-40B4-BE49-F238E27FC236}">
                  <a16:creationId xmlns:a16="http://schemas.microsoft.com/office/drawing/2014/main" id="{7E71EFED-7D75-44F8-B256-215C26BCAEC9}"/>
                </a:ext>
              </a:extLst>
            </p:cNvPr>
            <p:cNvSpPr txBox="1">
              <a:spLocks noChangeArrowheads="1"/>
            </p:cNvSpPr>
            <p:nvPr userDrawn="1"/>
          </p:nvSpPr>
          <p:spPr bwMode="black">
            <a:xfrm>
              <a:off x="7607032" y="4898308"/>
              <a:ext cx="900000" cy="92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18" name="Gerade Verbindung 7">
              <a:extLst>
                <a:ext uri="{FF2B5EF4-FFF2-40B4-BE49-F238E27FC236}">
                  <a16:creationId xmlns:a16="http://schemas.microsoft.com/office/drawing/2014/main" id="{579EE350-38FC-42EC-AEE0-5B48EBF63D31}"/>
                </a:ext>
              </a:extLst>
            </p:cNvPr>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19" name="Grafik 18">
              <a:extLst>
                <a:ext uri="{FF2B5EF4-FFF2-40B4-BE49-F238E27FC236}">
                  <a16:creationId xmlns:a16="http://schemas.microsoft.com/office/drawing/2014/main" id="{37599789-2673-40F8-8C0B-D36580AB9B9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2" name="Titel 1"/>
          <p:cNvSpPr>
            <a:spLocks noGrp="1"/>
          </p:cNvSpPr>
          <p:nvPr>
            <p:ph type="title"/>
          </p:nvPr>
        </p:nvSpPr>
        <p:spPr>
          <a:xfrm>
            <a:off x="360364" y="143956"/>
            <a:ext cx="8424001" cy="593817"/>
          </a:xfrm>
        </p:spPr>
        <p:txBody>
          <a:bodyPr/>
          <a:lstStyle>
            <a:lvl1pPr>
              <a:defRPr>
                <a:solidFill>
                  <a:schemeClr val="bg1"/>
                </a:solidFill>
              </a:defRPr>
            </a:lvl1pPr>
          </a:lstStyle>
          <a:p>
            <a:r>
              <a:rPr lang="en-US"/>
              <a:t>Click to edit Master title style</a:t>
            </a:r>
            <a:endParaRPr lang="de-DE" dirty="0"/>
          </a:p>
        </p:txBody>
      </p:sp>
      <p:sp>
        <p:nvSpPr>
          <p:cNvPr id="7" name="Inhaltsplatzhalter 3"/>
          <p:cNvSpPr>
            <a:spLocks noGrp="1"/>
          </p:cNvSpPr>
          <p:nvPr>
            <p:ph idx="13"/>
          </p:nvPr>
        </p:nvSpPr>
        <p:spPr>
          <a:xfrm>
            <a:off x="4661096" y="864002"/>
            <a:ext cx="4122000" cy="3780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lvl1pPr>
              <a:defRPr>
                <a:solidFill>
                  <a:schemeClr val="bg1"/>
                </a:solidFill>
              </a:defRPr>
            </a:lvl1pPr>
          </a:lstStyle>
          <a:p>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AE839375-43AA-4A5D-B991-4343C4570BCB}" type="slidenum">
              <a:rPr lang="de-DE" smtClean="0"/>
              <a:pPr/>
              <a:t>‹#›</a:t>
            </a:fld>
            <a:endParaRPr lang="de-DE"/>
          </a:p>
        </p:txBody>
      </p:sp>
      <p:sp>
        <p:nvSpPr>
          <p:cNvPr id="9" name="Bildplatzhalter 1">
            <a:extLst>
              <a:ext uri="{FF2B5EF4-FFF2-40B4-BE49-F238E27FC236}">
                <a16:creationId xmlns:a16="http://schemas.microsoft.com/office/drawing/2014/main" id="{3D9FB89A-7413-4EB9-968E-FD2E7383E9BD}"/>
              </a:ext>
            </a:extLst>
          </p:cNvPr>
          <p:cNvSpPr>
            <a:spLocks noGrp="1"/>
          </p:cNvSpPr>
          <p:nvPr>
            <p:ph type="pic" sz="quarter" idx="14"/>
          </p:nvPr>
        </p:nvSpPr>
        <p:spPr>
          <a:xfrm>
            <a:off x="360003" y="863999"/>
            <a:ext cx="1980000" cy="1799444"/>
          </a:xfrm>
          <a:solidFill>
            <a:schemeClr val="bg2"/>
          </a:solidFill>
        </p:spPr>
        <p:txBody>
          <a:bodyPr/>
          <a:lstStyle/>
          <a:p>
            <a:r>
              <a:rPr lang="en-US"/>
              <a:t>Click icon to add picture</a:t>
            </a:r>
            <a:endParaRPr lang="de-DE"/>
          </a:p>
        </p:txBody>
      </p:sp>
      <p:sp>
        <p:nvSpPr>
          <p:cNvPr id="10" name="Bildplatzhalter 2">
            <a:extLst>
              <a:ext uri="{FF2B5EF4-FFF2-40B4-BE49-F238E27FC236}">
                <a16:creationId xmlns:a16="http://schemas.microsoft.com/office/drawing/2014/main" id="{719FEAE7-3FB4-4550-84CA-2F14276DF786}"/>
              </a:ext>
            </a:extLst>
          </p:cNvPr>
          <p:cNvSpPr>
            <a:spLocks noGrp="1"/>
          </p:cNvSpPr>
          <p:nvPr>
            <p:ph type="pic" sz="quarter" idx="15"/>
          </p:nvPr>
        </p:nvSpPr>
        <p:spPr>
          <a:xfrm>
            <a:off x="2502741" y="864001"/>
            <a:ext cx="1980000" cy="1799444"/>
          </a:xfrm>
          <a:solidFill>
            <a:schemeClr val="bg2"/>
          </a:solidFill>
        </p:spPr>
        <p:txBody>
          <a:bodyPr/>
          <a:lstStyle/>
          <a:p>
            <a:r>
              <a:rPr lang="en-US"/>
              <a:t>Click icon to add picture</a:t>
            </a:r>
            <a:endParaRPr lang="de-DE" dirty="0"/>
          </a:p>
        </p:txBody>
      </p:sp>
      <p:sp>
        <p:nvSpPr>
          <p:cNvPr id="14" name="Bildplatzhalter 3">
            <a:extLst>
              <a:ext uri="{FF2B5EF4-FFF2-40B4-BE49-F238E27FC236}">
                <a16:creationId xmlns:a16="http://schemas.microsoft.com/office/drawing/2014/main" id="{76A22173-963E-47DA-BA5E-830D62C65C4A}"/>
              </a:ext>
            </a:extLst>
          </p:cNvPr>
          <p:cNvSpPr>
            <a:spLocks noGrp="1"/>
          </p:cNvSpPr>
          <p:nvPr>
            <p:ph type="pic" sz="quarter" idx="16"/>
          </p:nvPr>
        </p:nvSpPr>
        <p:spPr>
          <a:xfrm>
            <a:off x="360004" y="2844557"/>
            <a:ext cx="1980000" cy="1799444"/>
          </a:xfrm>
          <a:solidFill>
            <a:schemeClr val="bg2"/>
          </a:solidFill>
        </p:spPr>
        <p:txBody>
          <a:bodyPr/>
          <a:lstStyle/>
          <a:p>
            <a:r>
              <a:rPr lang="en-US"/>
              <a:t>Click icon to add picture</a:t>
            </a:r>
            <a:endParaRPr lang="de-DE"/>
          </a:p>
        </p:txBody>
      </p:sp>
      <p:sp>
        <p:nvSpPr>
          <p:cNvPr id="15" name="Bildplatzhalter 4">
            <a:extLst>
              <a:ext uri="{FF2B5EF4-FFF2-40B4-BE49-F238E27FC236}">
                <a16:creationId xmlns:a16="http://schemas.microsoft.com/office/drawing/2014/main" id="{B6940BFB-5824-458B-B1F2-E9406433E6BB}"/>
              </a:ext>
            </a:extLst>
          </p:cNvPr>
          <p:cNvSpPr>
            <a:spLocks noGrp="1"/>
          </p:cNvSpPr>
          <p:nvPr>
            <p:ph type="pic" sz="quarter" idx="17"/>
          </p:nvPr>
        </p:nvSpPr>
        <p:spPr>
          <a:xfrm>
            <a:off x="2502741" y="2844557"/>
            <a:ext cx="1980000" cy="1799444"/>
          </a:xfrm>
          <a:solidFill>
            <a:schemeClr val="bg2"/>
          </a:solidFill>
        </p:spPr>
        <p:txBody>
          <a:bodyPr/>
          <a:lstStyle/>
          <a:p>
            <a:r>
              <a:rPr lang="en-US"/>
              <a:t>Click icon to add picture</a:t>
            </a:r>
            <a:endParaRPr lang="de-DE" dirty="0"/>
          </a:p>
        </p:txBody>
      </p:sp>
    </p:spTree>
    <p:extLst>
      <p:ext uri="{BB962C8B-B14F-4D97-AF65-F5344CB8AC3E}">
        <p14:creationId xmlns:p14="http://schemas.microsoft.com/office/powerpoint/2010/main" val="10895685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wo Content with two Pictures (blue)">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C31A0983-F2CB-4E35-A255-D2870F296B98}"/>
              </a:ext>
            </a:extLst>
          </p:cNvPr>
          <p:cNvSpPr/>
          <p:nvPr userDrawn="1"/>
        </p:nvSpPr>
        <p:spPr>
          <a:xfrm>
            <a:off x="0" y="0"/>
            <a:ext cx="9144000" cy="5144400"/>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grpSp>
        <p:nvGrpSpPr>
          <p:cNvPr id="14" name="Gruppieren 13">
            <a:extLst>
              <a:ext uri="{FF2B5EF4-FFF2-40B4-BE49-F238E27FC236}">
                <a16:creationId xmlns:a16="http://schemas.microsoft.com/office/drawing/2014/main" id="{61C22901-48DF-4352-A02E-EC0165A82424}"/>
              </a:ext>
            </a:extLst>
          </p:cNvPr>
          <p:cNvGrpSpPr/>
          <p:nvPr userDrawn="1"/>
        </p:nvGrpSpPr>
        <p:grpSpPr>
          <a:xfrm>
            <a:off x="360002" y="4722301"/>
            <a:ext cx="8424000" cy="366353"/>
            <a:chOff x="360001" y="4722299"/>
            <a:chExt cx="8424000" cy="366353"/>
          </a:xfrm>
        </p:grpSpPr>
        <p:sp>
          <p:nvSpPr>
            <p:cNvPr id="15" name="Text Box 10">
              <a:extLst>
                <a:ext uri="{FF2B5EF4-FFF2-40B4-BE49-F238E27FC236}">
                  <a16:creationId xmlns:a16="http://schemas.microsoft.com/office/drawing/2014/main" id="{2D533022-5D00-4D79-837E-F07A93F2E880}"/>
                </a:ext>
              </a:extLst>
            </p:cNvPr>
            <p:cNvSpPr txBox="1">
              <a:spLocks noChangeArrowheads="1"/>
            </p:cNvSpPr>
            <p:nvPr userDrawn="1"/>
          </p:nvSpPr>
          <p:spPr bwMode="black">
            <a:xfrm>
              <a:off x="7607032" y="4898308"/>
              <a:ext cx="900000" cy="92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16" name="Gerade Verbindung 7">
              <a:extLst>
                <a:ext uri="{FF2B5EF4-FFF2-40B4-BE49-F238E27FC236}">
                  <a16:creationId xmlns:a16="http://schemas.microsoft.com/office/drawing/2014/main" id="{61B05584-8BF7-4A44-9CFD-2DD03BC230F6}"/>
                </a:ext>
              </a:extLst>
            </p:cNvPr>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17" name="Grafik 16">
              <a:extLst>
                <a:ext uri="{FF2B5EF4-FFF2-40B4-BE49-F238E27FC236}">
                  <a16:creationId xmlns:a16="http://schemas.microsoft.com/office/drawing/2014/main" id="{87934BD3-FB56-43F0-92F0-58370BE219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2" name="Titel 1"/>
          <p:cNvSpPr>
            <a:spLocks noGrp="1"/>
          </p:cNvSpPr>
          <p:nvPr>
            <p:ph type="title"/>
          </p:nvPr>
        </p:nvSpPr>
        <p:spPr>
          <a:xfrm>
            <a:off x="360364" y="143956"/>
            <a:ext cx="8424001" cy="593817"/>
          </a:xfrm>
        </p:spPr>
        <p:txBody>
          <a:bodyPr/>
          <a:lstStyle>
            <a:lvl1pPr>
              <a:defRPr>
                <a:solidFill>
                  <a:schemeClr val="bg1"/>
                </a:solidFill>
              </a:defRPr>
            </a:lvl1pPr>
          </a:lstStyle>
          <a:p>
            <a:r>
              <a:rPr lang="en-US"/>
              <a:t>Click to edit Master title style</a:t>
            </a:r>
            <a:endParaRPr lang="de-DE" dirty="0"/>
          </a:p>
        </p:txBody>
      </p:sp>
      <p:sp>
        <p:nvSpPr>
          <p:cNvPr id="4" name="Inhaltsplatzhalter 2">
            <a:extLst>
              <a:ext uri="{FF2B5EF4-FFF2-40B4-BE49-F238E27FC236}">
                <a16:creationId xmlns:a16="http://schemas.microsoft.com/office/drawing/2014/main" id="{A8E6E9FE-CE6E-4809-89BC-5C2FBA8FD11E}"/>
              </a:ext>
            </a:extLst>
          </p:cNvPr>
          <p:cNvSpPr>
            <a:spLocks noGrp="1"/>
          </p:cNvSpPr>
          <p:nvPr>
            <p:ph sz="quarter" idx="16"/>
          </p:nvPr>
        </p:nvSpPr>
        <p:spPr>
          <a:xfrm>
            <a:off x="360004" y="2843999"/>
            <a:ext cx="4122737" cy="1800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Inhaltsplatzhalter 3"/>
          <p:cNvSpPr>
            <a:spLocks noGrp="1"/>
          </p:cNvSpPr>
          <p:nvPr>
            <p:ph idx="13"/>
          </p:nvPr>
        </p:nvSpPr>
        <p:spPr>
          <a:xfrm>
            <a:off x="4661096" y="864002"/>
            <a:ext cx="4122000" cy="3780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lvl1pPr>
              <a:defRPr>
                <a:solidFill>
                  <a:schemeClr val="bg1"/>
                </a:solidFill>
              </a:defRPr>
            </a:lvl1pPr>
          </a:lstStyle>
          <a:p>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AE839375-43AA-4A5D-B991-4343C4570BCB}" type="slidenum">
              <a:rPr lang="de-DE" smtClean="0"/>
              <a:pPr/>
              <a:t>‹#›</a:t>
            </a:fld>
            <a:endParaRPr lang="de-DE"/>
          </a:p>
        </p:txBody>
      </p:sp>
      <p:sp>
        <p:nvSpPr>
          <p:cNvPr id="9" name="Bildplatzhalter 1">
            <a:extLst>
              <a:ext uri="{FF2B5EF4-FFF2-40B4-BE49-F238E27FC236}">
                <a16:creationId xmlns:a16="http://schemas.microsoft.com/office/drawing/2014/main" id="{3D9FB89A-7413-4EB9-968E-FD2E7383E9BD}"/>
              </a:ext>
            </a:extLst>
          </p:cNvPr>
          <p:cNvSpPr>
            <a:spLocks noGrp="1"/>
          </p:cNvSpPr>
          <p:nvPr>
            <p:ph type="pic" sz="quarter" idx="14"/>
          </p:nvPr>
        </p:nvSpPr>
        <p:spPr>
          <a:xfrm>
            <a:off x="360003" y="863999"/>
            <a:ext cx="1980000" cy="1799444"/>
          </a:xfrm>
          <a:solidFill>
            <a:schemeClr val="bg2"/>
          </a:solidFill>
        </p:spPr>
        <p:txBody>
          <a:bodyPr/>
          <a:lstStyle/>
          <a:p>
            <a:r>
              <a:rPr lang="en-US"/>
              <a:t>Click icon to add picture</a:t>
            </a:r>
            <a:endParaRPr lang="de-DE"/>
          </a:p>
        </p:txBody>
      </p:sp>
      <p:sp>
        <p:nvSpPr>
          <p:cNvPr id="10" name="Bildplatzhalter 2">
            <a:extLst>
              <a:ext uri="{FF2B5EF4-FFF2-40B4-BE49-F238E27FC236}">
                <a16:creationId xmlns:a16="http://schemas.microsoft.com/office/drawing/2014/main" id="{719FEAE7-3FB4-4550-84CA-2F14276DF786}"/>
              </a:ext>
            </a:extLst>
          </p:cNvPr>
          <p:cNvSpPr>
            <a:spLocks noGrp="1"/>
          </p:cNvSpPr>
          <p:nvPr>
            <p:ph type="pic" sz="quarter" idx="15"/>
          </p:nvPr>
        </p:nvSpPr>
        <p:spPr>
          <a:xfrm>
            <a:off x="2502741" y="864001"/>
            <a:ext cx="1980000" cy="1799444"/>
          </a:xfrm>
          <a:solidFill>
            <a:schemeClr val="bg2"/>
          </a:solidFill>
        </p:spPr>
        <p:txBody>
          <a:bodyPr/>
          <a:lstStyle/>
          <a:p>
            <a:r>
              <a:rPr lang="en-US"/>
              <a:t>Click icon to add picture</a:t>
            </a:r>
            <a:endParaRPr lang="de-DE" dirty="0"/>
          </a:p>
        </p:txBody>
      </p:sp>
    </p:spTree>
    <p:extLst>
      <p:ext uri="{BB962C8B-B14F-4D97-AF65-F5344CB8AC3E}">
        <p14:creationId xmlns:p14="http://schemas.microsoft.com/office/powerpoint/2010/main" val="26256824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Picture with Key Message (blue)">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F03B3FAF-30A7-4AD0-9601-E818DC84BD70}"/>
              </a:ext>
            </a:extLst>
          </p:cNvPr>
          <p:cNvSpPr/>
          <p:nvPr userDrawn="1"/>
        </p:nvSpPr>
        <p:spPr>
          <a:xfrm>
            <a:off x="0" y="0"/>
            <a:ext cx="9144000" cy="5144400"/>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grpSp>
        <p:nvGrpSpPr>
          <p:cNvPr id="12" name="Gruppieren 11">
            <a:extLst>
              <a:ext uri="{FF2B5EF4-FFF2-40B4-BE49-F238E27FC236}">
                <a16:creationId xmlns:a16="http://schemas.microsoft.com/office/drawing/2014/main" id="{38E0AE35-0F63-4735-BF52-E446F4531140}"/>
              </a:ext>
            </a:extLst>
          </p:cNvPr>
          <p:cNvGrpSpPr/>
          <p:nvPr userDrawn="1"/>
        </p:nvGrpSpPr>
        <p:grpSpPr>
          <a:xfrm>
            <a:off x="360002" y="4722301"/>
            <a:ext cx="8424000" cy="366353"/>
            <a:chOff x="360001" y="4722299"/>
            <a:chExt cx="8424000" cy="366353"/>
          </a:xfrm>
        </p:grpSpPr>
        <p:sp>
          <p:nvSpPr>
            <p:cNvPr id="13" name="Text Box 10">
              <a:extLst>
                <a:ext uri="{FF2B5EF4-FFF2-40B4-BE49-F238E27FC236}">
                  <a16:creationId xmlns:a16="http://schemas.microsoft.com/office/drawing/2014/main" id="{CF4EE2F8-A69F-4561-B9C5-6EACBE507ACA}"/>
                </a:ext>
              </a:extLst>
            </p:cNvPr>
            <p:cNvSpPr txBox="1">
              <a:spLocks noChangeArrowheads="1"/>
            </p:cNvSpPr>
            <p:nvPr userDrawn="1"/>
          </p:nvSpPr>
          <p:spPr bwMode="black">
            <a:xfrm>
              <a:off x="7607032" y="4898308"/>
              <a:ext cx="900000" cy="92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14" name="Gerade Verbindung 7">
              <a:extLst>
                <a:ext uri="{FF2B5EF4-FFF2-40B4-BE49-F238E27FC236}">
                  <a16:creationId xmlns:a16="http://schemas.microsoft.com/office/drawing/2014/main" id="{65A238EF-BFD2-470F-B4F4-FBD601D15326}"/>
                </a:ext>
              </a:extLst>
            </p:cNvPr>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15" name="Grafik 14">
              <a:extLst>
                <a:ext uri="{FF2B5EF4-FFF2-40B4-BE49-F238E27FC236}">
                  <a16:creationId xmlns:a16="http://schemas.microsoft.com/office/drawing/2014/main" id="{46F3264B-7416-4B3D-90DD-4AFEB41FDA7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2" name="Titel 1"/>
          <p:cNvSpPr>
            <a:spLocks noGrp="1"/>
          </p:cNvSpPr>
          <p:nvPr>
            <p:ph type="title"/>
          </p:nvPr>
        </p:nvSpPr>
        <p:spPr>
          <a:xfrm>
            <a:off x="360364" y="143956"/>
            <a:ext cx="8424001" cy="593817"/>
          </a:xfrm>
        </p:spPr>
        <p:txBody>
          <a:bodyPr/>
          <a:lstStyle>
            <a:lvl1pPr>
              <a:defRPr>
                <a:solidFill>
                  <a:schemeClr val="bg1"/>
                </a:solidFill>
              </a:defRPr>
            </a:lvl1pPr>
          </a:lstStyle>
          <a:p>
            <a:r>
              <a:rPr lang="en-US"/>
              <a:t>Click to edit Master title style</a:t>
            </a:r>
            <a:endParaRPr lang="de-DE" dirty="0"/>
          </a:p>
        </p:txBody>
      </p:sp>
      <p:sp>
        <p:nvSpPr>
          <p:cNvPr id="7" name="Inhaltsplatzhalter 3"/>
          <p:cNvSpPr>
            <a:spLocks noGrp="1"/>
          </p:cNvSpPr>
          <p:nvPr>
            <p:ph idx="13" hasCustomPrompt="1"/>
          </p:nvPr>
        </p:nvSpPr>
        <p:spPr>
          <a:xfrm>
            <a:off x="360002" y="4104168"/>
            <a:ext cx="8424000" cy="539833"/>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a:t>Textmasterformat bearbeiten</a:t>
            </a:r>
          </a:p>
        </p:txBody>
      </p:sp>
      <p:sp>
        <p:nvSpPr>
          <p:cNvPr id="5" name="Fußzeilenplatzhalter 4"/>
          <p:cNvSpPr>
            <a:spLocks noGrp="1"/>
          </p:cNvSpPr>
          <p:nvPr>
            <p:ph type="ftr" sz="quarter" idx="11"/>
          </p:nvPr>
        </p:nvSpPr>
        <p:spPr/>
        <p:txBody>
          <a:bodyPr/>
          <a:lstStyle>
            <a:lvl1pPr>
              <a:defRPr>
                <a:solidFill>
                  <a:schemeClr val="bg1"/>
                </a:solidFill>
              </a:defRPr>
            </a:lvl1pPr>
          </a:lstStyle>
          <a:p>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AE839375-43AA-4A5D-B991-4343C4570BCB}" type="slidenum">
              <a:rPr lang="de-DE" smtClean="0"/>
              <a:pPr/>
              <a:t>‹#›</a:t>
            </a:fld>
            <a:endParaRPr lang="de-DE"/>
          </a:p>
        </p:txBody>
      </p:sp>
      <p:sp>
        <p:nvSpPr>
          <p:cNvPr id="8" name="Bildplatzhalter 2">
            <a:extLst>
              <a:ext uri="{FF2B5EF4-FFF2-40B4-BE49-F238E27FC236}">
                <a16:creationId xmlns:a16="http://schemas.microsoft.com/office/drawing/2014/main" id="{68002865-4DF0-4DF0-9A0B-10DDC8EA3CE9}"/>
              </a:ext>
            </a:extLst>
          </p:cNvPr>
          <p:cNvSpPr>
            <a:spLocks noGrp="1"/>
          </p:cNvSpPr>
          <p:nvPr>
            <p:ph type="pic" sz="quarter" idx="14"/>
          </p:nvPr>
        </p:nvSpPr>
        <p:spPr>
          <a:xfrm>
            <a:off x="360002" y="864001"/>
            <a:ext cx="8424000" cy="2879111"/>
          </a:xfrm>
          <a:solidFill>
            <a:schemeClr val="bg2"/>
          </a:solidFill>
        </p:spPr>
        <p:txBody>
          <a:bodyPr/>
          <a:lstStyle/>
          <a:p>
            <a:r>
              <a:rPr lang="en-US"/>
              <a:t>Click icon to add picture</a:t>
            </a:r>
            <a:endParaRPr lang="de-DE"/>
          </a:p>
        </p:txBody>
      </p:sp>
    </p:spTree>
    <p:extLst>
      <p:ext uri="{BB962C8B-B14F-4D97-AF65-F5344CB8AC3E}">
        <p14:creationId xmlns:p14="http://schemas.microsoft.com/office/powerpoint/2010/main" val="18076495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Product OnePager (blue)">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DBBEBD73-2CD8-46CA-9CCA-F2A581067279}"/>
              </a:ext>
            </a:extLst>
          </p:cNvPr>
          <p:cNvSpPr/>
          <p:nvPr userDrawn="1"/>
        </p:nvSpPr>
        <p:spPr>
          <a:xfrm>
            <a:off x="0" y="0"/>
            <a:ext cx="9144000" cy="5144400"/>
          </a:xfrm>
          <a:prstGeom prst="rect">
            <a:avLst/>
          </a:prstGeom>
          <a:gradFill>
            <a:gsLst>
              <a:gs pos="0">
                <a:srgbClr val="1179BF"/>
              </a:gs>
              <a:gs pos="50000">
                <a:srgbClr val="004D7A"/>
              </a:gs>
              <a:gs pos="100000">
                <a:srgbClr val="001024"/>
              </a:gs>
            </a:gsLst>
            <a:lin ang="5400000" scaled="0"/>
          </a:gra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algn="ctr" fontAlgn="base">
              <a:spcAft>
                <a:spcPct val="0"/>
              </a:spcAft>
            </a:pPr>
            <a:endParaRPr lang="de-DE" sz="1200" dirty="0" err="1">
              <a:solidFill>
                <a:srgbClr val="000000"/>
              </a:solidFill>
              <a:cs typeface="Tahoma" pitchFamily="34" charset="0"/>
            </a:endParaRPr>
          </a:p>
        </p:txBody>
      </p:sp>
      <p:grpSp>
        <p:nvGrpSpPr>
          <p:cNvPr id="12" name="Gruppieren 11">
            <a:extLst>
              <a:ext uri="{FF2B5EF4-FFF2-40B4-BE49-F238E27FC236}">
                <a16:creationId xmlns:a16="http://schemas.microsoft.com/office/drawing/2014/main" id="{12D70085-D491-4B7E-82E2-6A377FF3F9E8}"/>
              </a:ext>
            </a:extLst>
          </p:cNvPr>
          <p:cNvGrpSpPr/>
          <p:nvPr userDrawn="1"/>
        </p:nvGrpSpPr>
        <p:grpSpPr>
          <a:xfrm>
            <a:off x="360002" y="4722301"/>
            <a:ext cx="8424000" cy="366353"/>
            <a:chOff x="360001" y="4722299"/>
            <a:chExt cx="8424000" cy="366353"/>
          </a:xfrm>
        </p:grpSpPr>
        <p:sp>
          <p:nvSpPr>
            <p:cNvPr id="13" name="Text Box 10">
              <a:extLst>
                <a:ext uri="{FF2B5EF4-FFF2-40B4-BE49-F238E27FC236}">
                  <a16:creationId xmlns:a16="http://schemas.microsoft.com/office/drawing/2014/main" id="{2D9DBB93-3AFB-4553-916B-2A17CC72F7C9}"/>
                </a:ext>
              </a:extLst>
            </p:cNvPr>
            <p:cNvSpPr txBox="1">
              <a:spLocks noChangeArrowheads="1"/>
            </p:cNvSpPr>
            <p:nvPr userDrawn="1"/>
          </p:nvSpPr>
          <p:spPr bwMode="black">
            <a:xfrm>
              <a:off x="7607032" y="4898308"/>
              <a:ext cx="900000" cy="92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FFFFFF"/>
                  </a:solidFill>
                </a:rPr>
                <a:t>© ZF Friedrichshafen AG</a:t>
              </a:r>
            </a:p>
          </p:txBody>
        </p:sp>
        <p:cxnSp>
          <p:nvCxnSpPr>
            <p:cNvPr id="14" name="Gerade Verbindung 7">
              <a:extLst>
                <a:ext uri="{FF2B5EF4-FFF2-40B4-BE49-F238E27FC236}">
                  <a16:creationId xmlns:a16="http://schemas.microsoft.com/office/drawing/2014/main" id="{78246845-3A96-4A03-9FB8-0BDD36E09A19}"/>
                </a:ext>
              </a:extLst>
            </p:cNvPr>
            <p:cNvCxnSpPr/>
            <p:nvPr userDrawn="1"/>
          </p:nvCxnSpPr>
          <p:spPr>
            <a:xfrm>
              <a:off x="360001" y="4722299"/>
              <a:ext cx="8424000" cy="5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15" name="Grafik 14">
              <a:extLst>
                <a:ext uri="{FF2B5EF4-FFF2-40B4-BE49-F238E27FC236}">
                  <a16:creationId xmlns:a16="http://schemas.microsoft.com/office/drawing/2014/main" id="{AC241905-1CD8-4733-9B38-2B12EF1D99B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1" y="4800652"/>
              <a:ext cx="288000" cy="288000"/>
            </a:xfrm>
            <a:prstGeom prst="rect">
              <a:avLst/>
            </a:prstGeom>
          </p:spPr>
        </p:pic>
      </p:grpSp>
      <p:sp>
        <p:nvSpPr>
          <p:cNvPr id="2" name="Titel 1"/>
          <p:cNvSpPr>
            <a:spLocks noGrp="1"/>
          </p:cNvSpPr>
          <p:nvPr>
            <p:ph type="title"/>
          </p:nvPr>
        </p:nvSpPr>
        <p:spPr>
          <a:xfrm>
            <a:off x="360364" y="143956"/>
            <a:ext cx="4122737" cy="988702"/>
          </a:xfrm>
        </p:spPr>
        <p:txBody>
          <a:bodyPr/>
          <a:lstStyle>
            <a:lvl1pPr>
              <a:defRPr>
                <a:solidFill>
                  <a:schemeClr val="bg1"/>
                </a:solidFill>
              </a:defRPr>
            </a:lvl1pPr>
          </a:lstStyle>
          <a:p>
            <a:r>
              <a:rPr lang="en-US"/>
              <a:t>Click to edit Master title style</a:t>
            </a:r>
            <a:endParaRPr lang="de-DE" dirty="0"/>
          </a:p>
        </p:txBody>
      </p:sp>
      <p:sp>
        <p:nvSpPr>
          <p:cNvPr id="7" name="Inhaltsplatzhalter 3"/>
          <p:cNvSpPr>
            <a:spLocks noGrp="1"/>
          </p:cNvSpPr>
          <p:nvPr>
            <p:ph idx="13"/>
          </p:nvPr>
        </p:nvSpPr>
        <p:spPr>
          <a:xfrm>
            <a:off x="4661096" y="143957"/>
            <a:ext cx="4122000" cy="4500045"/>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lvl1pPr>
              <a:defRPr>
                <a:solidFill>
                  <a:schemeClr val="bg1"/>
                </a:solidFill>
              </a:defRPr>
            </a:lvl1pPr>
          </a:lstStyle>
          <a:p>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AE839375-43AA-4A5D-B991-4343C4570BCB}" type="slidenum">
              <a:rPr lang="de-DE" smtClean="0"/>
              <a:pPr/>
              <a:t>‹#›</a:t>
            </a:fld>
            <a:endParaRPr lang="de-DE"/>
          </a:p>
        </p:txBody>
      </p:sp>
      <p:sp>
        <p:nvSpPr>
          <p:cNvPr id="16" name="Rectangle 6">
            <a:extLst>
              <a:ext uri="{FF2B5EF4-FFF2-40B4-BE49-F238E27FC236}">
                <a16:creationId xmlns:a16="http://schemas.microsoft.com/office/drawing/2014/main" id="{3B23CF99-FA45-4D2B-9C4A-45F0852BC6AC}"/>
              </a:ext>
            </a:extLst>
          </p:cNvPr>
          <p:cNvSpPr/>
          <p:nvPr userDrawn="1"/>
        </p:nvSpPr>
        <p:spPr>
          <a:xfrm>
            <a:off x="366150" y="1584945"/>
            <a:ext cx="4122737" cy="3059056"/>
          </a:xfrm>
          <a:prstGeom prst="rect">
            <a:avLst/>
          </a:prstGeom>
          <a:solidFill>
            <a:schemeClr val="accent4"/>
          </a:solidFill>
          <a:ln w="12700" cap="flat" cmpd="sng" algn="ctr">
            <a:noFill/>
            <a:prstDash val="solid"/>
          </a:ln>
          <a:effectLst>
            <a:outerShdw blurRad="127000" algn="ctr" rotWithShape="0">
              <a:prstClr val="black">
                <a:alpha val="20000"/>
              </a:prstClr>
            </a:outerShdw>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US" sz="1200" b="0" i="0" u="none" strike="noStrike" kern="0" cap="none" spc="0" normalizeH="0" baseline="0" noProof="0" err="1">
              <a:ln>
                <a:noFill/>
              </a:ln>
              <a:solidFill>
                <a:srgbClr val="000000"/>
              </a:solidFill>
              <a:effectLst/>
              <a:uLnTx/>
              <a:uFillTx/>
              <a:latin typeface="Tahoma"/>
              <a:ea typeface="+mn-ea"/>
              <a:cs typeface="Tahoma" pitchFamily="34" charset="0"/>
            </a:endParaRPr>
          </a:p>
        </p:txBody>
      </p:sp>
      <p:grpSp>
        <p:nvGrpSpPr>
          <p:cNvPr id="3" name="Gruppieren 2">
            <a:extLst>
              <a:ext uri="{FF2B5EF4-FFF2-40B4-BE49-F238E27FC236}">
                <a16:creationId xmlns:a16="http://schemas.microsoft.com/office/drawing/2014/main" id="{01BC1947-F90E-4108-BDBE-CB4CEDB4EE14}"/>
              </a:ext>
            </a:extLst>
          </p:cNvPr>
          <p:cNvGrpSpPr/>
          <p:nvPr userDrawn="1"/>
        </p:nvGrpSpPr>
        <p:grpSpPr>
          <a:xfrm>
            <a:off x="360005" y="1334741"/>
            <a:ext cx="4122737" cy="309862"/>
            <a:chOff x="360004" y="1268893"/>
            <a:chExt cx="4122737" cy="309958"/>
          </a:xfrm>
        </p:grpSpPr>
        <p:sp>
          <p:nvSpPr>
            <p:cNvPr id="17" name="TextBox 4">
              <a:extLst>
                <a:ext uri="{FF2B5EF4-FFF2-40B4-BE49-F238E27FC236}">
                  <a16:creationId xmlns:a16="http://schemas.microsoft.com/office/drawing/2014/main" id="{AC4EEC6B-33B4-4AFA-AB2D-9019D9F42416}"/>
                </a:ext>
              </a:extLst>
            </p:cNvPr>
            <p:cNvSpPr txBox="1"/>
            <p:nvPr userDrawn="1"/>
          </p:nvSpPr>
          <p:spPr>
            <a:xfrm>
              <a:off x="360004" y="1268893"/>
              <a:ext cx="985039" cy="309958"/>
            </a:xfrm>
            <a:prstGeom prst="rect">
              <a:avLst/>
            </a:prstGeom>
            <a:noFill/>
          </p:spPr>
          <p:txBody>
            <a:bodyPr wrap="square" lIns="0" tIns="46800" rIns="90000" bIns="46800" rtlCol="0">
              <a:spAutoFit/>
            </a:bodyPr>
            <a:lstStyle/>
            <a:p>
              <a:pPr marL="0" marR="0" indent="0" algn="l" defTabSz="914400" eaLnBrk="1" fontAlgn="base" latinLnBrk="0" hangingPunct="1">
                <a:lnSpc>
                  <a:spcPct val="100000"/>
                </a:lnSpc>
                <a:spcBef>
                  <a:spcPts val="0"/>
                </a:spcBef>
                <a:spcAft>
                  <a:spcPts val="1200"/>
                </a:spcAft>
                <a:buClr>
                  <a:schemeClr val="tx2"/>
                </a:buClr>
                <a:buSzTx/>
                <a:buFont typeface="Tahoma" panose="020B0604030504040204" pitchFamily="34" charset="0"/>
                <a:buNone/>
                <a:tabLst/>
              </a:pPr>
              <a:r>
                <a:rPr kumimoji="0" lang="en-US" sz="1400" b="0" i="0" u="none" strike="noStrike" kern="0" cap="none" spc="0" normalizeH="0" baseline="0" noProof="0" dirty="0">
                  <a:ln>
                    <a:noFill/>
                  </a:ln>
                  <a:solidFill>
                    <a:schemeClr val="tx2"/>
                  </a:solidFill>
                  <a:effectLst/>
                  <a:uLnTx/>
                  <a:uFillTx/>
                </a:rPr>
                <a:t>KEY FACTS</a:t>
              </a:r>
            </a:p>
          </p:txBody>
        </p:sp>
        <p:cxnSp>
          <p:nvCxnSpPr>
            <p:cNvPr id="18" name="Straight Connector 8">
              <a:extLst>
                <a:ext uri="{FF2B5EF4-FFF2-40B4-BE49-F238E27FC236}">
                  <a16:creationId xmlns:a16="http://schemas.microsoft.com/office/drawing/2014/main" id="{EEC636F3-CF5B-4F9E-A7A2-6CE23B22CEEA}"/>
                </a:ext>
              </a:extLst>
            </p:cNvPr>
            <p:cNvCxnSpPr>
              <a:cxnSpLocks/>
            </p:cNvCxnSpPr>
            <p:nvPr userDrawn="1"/>
          </p:nvCxnSpPr>
          <p:spPr>
            <a:xfrm>
              <a:off x="1350741" y="1505965"/>
              <a:ext cx="3132000" cy="0"/>
            </a:xfrm>
            <a:prstGeom prst="line">
              <a:avLst/>
            </a:prstGeom>
            <a:noFill/>
            <a:ln w="6350" cap="rnd" cmpd="sng" algn="ctr">
              <a:solidFill>
                <a:srgbClr val="00ABE7"/>
              </a:solidFill>
              <a:prstDash val="solid"/>
              <a:round/>
            </a:ln>
            <a:effectLst/>
          </p:spPr>
        </p:cxnSp>
      </p:grpSp>
      <p:sp>
        <p:nvSpPr>
          <p:cNvPr id="19" name="Textplatzhalter 1">
            <a:extLst>
              <a:ext uri="{FF2B5EF4-FFF2-40B4-BE49-F238E27FC236}">
                <a16:creationId xmlns:a16="http://schemas.microsoft.com/office/drawing/2014/main" id="{E34BF2C1-6858-4258-9D7A-6932A422D05C}"/>
              </a:ext>
            </a:extLst>
          </p:cNvPr>
          <p:cNvSpPr>
            <a:spLocks noGrp="1"/>
          </p:cNvSpPr>
          <p:nvPr>
            <p:ph type="body" sz="quarter" idx="14" hasCustomPrompt="1"/>
          </p:nvPr>
        </p:nvSpPr>
        <p:spPr>
          <a:xfrm>
            <a:off x="360005" y="1853628"/>
            <a:ext cx="4122737" cy="323900"/>
          </a:xfrm>
        </p:spPr>
        <p:txBody>
          <a:bodyPr lIns="72000" rIns="72000" anchor="b" anchorCtr="0"/>
          <a:lstStyle>
            <a:lvl1pPr>
              <a:defRPr sz="1400" b="1">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a:t>Fact</a:t>
            </a:r>
          </a:p>
        </p:txBody>
      </p:sp>
      <p:sp>
        <p:nvSpPr>
          <p:cNvPr id="22" name="Textplatzhalter 2">
            <a:extLst>
              <a:ext uri="{FF2B5EF4-FFF2-40B4-BE49-F238E27FC236}">
                <a16:creationId xmlns:a16="http://schemas.microsoft.com/office/drawing/2014/main" id="{6B0EAC18-56A4-4F9D-B791-1276F33D43DB}"/>
              </a:ext>
            </a:extLst>
          </p:cNvPr>
          <p:cNvSpPr>
            <a:spLocks noGrp="1"/>
          </p:cNvSpPr>
          <p:nvPr>
            <p:ph type="body" sz="quarter" idx="17" hasCustomPrompt="1"/>
          </p:nvPr>
        </p:nvSpPr>
        <p:spPr>
          <a:xfrm>
            <a:off x="360005" y="2243620"/>
            <a:ext cx="4122737" cy="431867"/>
          </a:xfrm>
        </p:spPr>
        <p:txBody>
          <a:bodyPr lIns="72000" rIns="720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err="1"/>
              <a:t>Subline</a:t>
            </a:r>
            <a:br>
              <a:rPr lang="de-DE" dirty="0"/>
            </a:br>
            <a:r>
              <a:rPr lang="de-DE" dirty="0"/>
              <a:t>Line 2</a:t>
            </a:r>
          </a:p>
        </p:txBody>
      </p:sp>
      <p:sp>
        <p:nvSpPr>
          <p:cNvPr id="23" name="Textplatzhalter 3">
            <a:extLst>
              <a:ext uri="{FF2B5EF4-FFF2-40B4-BE49-F238E27FC236}">
                <a16:creationId xmlns:a16="http://schemas.microsoft.com/office/drawing/2014/main" id="{F2E5AA21-A336-4144-AC1B-55B16A0EDFA5}"/>
              </a:ext>
            </a:extLst>
          </p:cNvPr>
          <p:cNvSpPr>
            <a:spLocks noGrp="1"/>
          </p:cNvSpPr>
          <p:nvPr>
            <p:ph type="body" sz="quarter" idx="18" hasCustomPrompt="1"/>
          </p:nvPr>
        </p:nvSpPr>
        <p:spPr>
          <a:xfrm>
            <a:off x="360005" y="2804160"/>
            <a:ext cx="4122737" cy="323900"/>
          </a:xfrm>
        </p:spPr>
        <p:txBody>
          <a:bodyPr lIns="72000" rIns="72000" anchor="b" anchorCtr="0"/>
          <a:lstStyle>
            <a:lvl1pPr>
              <a:defRPr sz="1400" b="1">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a:t>Fact</a:t>
            </a:r>
          </a:p>
        </p:txBody>
      </p:sp>
      <p:sp>
        <p:nvSpPr>
          <p:cNvPr id="20" name="Textplatzhalter 4">
            <a:extLst>
              <a:ext uri="{FF2B5EF4-FFF2-40B4-BE49-F238E27FC236}">
                <a16:creationId xmlns:a16="http://schemas.microsoft.com/office/drawing/2014/main" id="{D680C08A-C4D9-4C2D-BBA2-205BA49B9DE7}"/>
              </a:ext>
            </a:extLst>
          </p:cNvPr>
          <p:cNvSpPr>
            <a:spLocks noGrp="1"/>
          </p:cNvSpPr>
          <p:nvPr>
            <p:ph type="body" sz="quarter" idx="15" hasCustomPrompt="1"/>
          </p:nvPr>
        </p:nvSpPr>
        <p:spPr>
          <a:xfrm>
            <a:off x="360005" y="3194153"/>
            <a:ext cx="4122737" cy="431867"/>
          </a:xfrm>
        </p:spPr>
        <p:txBody>
          <a:bodyPr lIns="72000" rIns="720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err="1"/>
              <a:t>Subline</a:t>
            </a:r>
            <a:br>
              <a:rPr lang="de-DE" dirty="0"/>
            </a:br>
            <a:r>
              <a:rPr lang="de-DE" dirty="0"/>
              <a:t>Line 2</a:t>
            </a:r>
          </a:p>
        </p:txBody>
      </p:sp>
      <p:sp>
        <p:nvSpPr>
          <p:cNvPr id="21" name="Textplatzhalter 5">
            <a:extLst>
              <a:ext uri="{FF2B5EF4-FFF2-40B4-BE49-F238E27FC236}">
                <a16:creationId xmlns:a16="http://schemas.microsoft.com/office/drawing/2014/main" id="{D25774EB-F94F-4196-AA22-F826674E86BF}"/>
              </a:ext>
            </a:extLst>
          </p:cNvPr>
          <p:cNvSpPr>
            <a:spLocks noGrp="1"/>
          </p:cNvSpPr>
          <p:nvPr>
            <p:ph type="body" sz="quarter" idx="16" hasCustomPrompt="1"/>
          </p:nvPr>
        </p:nvSpPr>
        <p:spPr>
          <a:xfrm>
            <a:off x="360005" y="3775158"/>
            <a:ext cx="4122737" cy="323900"/>
          </a:xfrm>
        </p:spPr>
        <p:txBody>
          <a:bodyPr lIns="72000" rIns="72000" anchor="b" anchorCtr="0"/>
          <a:lstStyle>
            <a:lvl1pPr>
              <a:defRPr sz="1400" b="1">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a:t>Fact</a:t>
            </a:r>
          </a:p>
        </p:txBody>
      </p:sp>
      <p:sp>
        <p:nvSpPr>
          <p:cNvPr id="24" name="Textplatzhalter 6">
            <a:extLst>
              <a:ext uri="{FF2B5EF4-FFF2-40B4-BE49-F238E27FC236}">
                <a16:creationId xmlns:a16="http://schemas.microsoft.com/office/drawing/2014/main" id="{38C27363-3949-4BEF-A58D-7A9F9BB72FBA}"/>
              </a:ext>
            </a:extLst>
          </p:cNvPr>
          <p:cNvSpPr>
            <a:spLocks noGrp="1"/>
          </p:cNvSpPr>
          <p:nvPr>
            <p:ph type="body" sz="quarter" idx="19" hasCustomPrompt="1"/>
          </p:nvPr>
        </p:nvSpPr>
        <p:spPr>
          <a:xfrm>
            <a:off x="360005" y="4144687"/>
            <a:ext cx="4122737" cy="431867"/>
          </a:xfrm>
        </p:spPr>
        <p:txBody>
          <a:bodyPr lIns="72000" rIns="720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err="1"/>
              <a:t>Subline</a:t>
            </a:r>
            <a:br>
              <a:rPr lang="de-DE" dirty="0"/>
            </a:br>
            <a:r>
              <a:rPr lang="de-DE" dirty="0"/>
              <a:t>Line 2</a:t>
            </a:r>
          </a:p>
        </p:txBody>
      </p:sp>
    </p:spTree>
    <p:extLst>
      <p:ext uri="{BB962C8B-B14F-4D97-AF65-F5344CB8AC3E}">
        <p14:creationId xmlns:p14="http://schemas.microsoft.com/office/powerpoint/2010/main" val="9744573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Fußzeilenplatzhalter 2"/>
          <p:cNvSpPr>
            <a:spLocks noGrp="1"/>
          </p:cNvSpPr>
          <p:nvPr>
            <p:ph type="ftr" sz="quarter" idx="10"/>
          </p:nvPr>
        </p:nvSpPr>
        <p:spPr/>
        <p:txBody>
          <a:bodyPr/>
          <a:lstStyle/>
          <a:p>
            <a:pPr>
              <a:lnSpc>
                <a:spcPts val="800"/>
              </a:lnSpc>
            </a:pPr>
            <a:endParaRPr lang="en-US"/>
          </a:p>
        </p:txBody>
      </p:sp>
      <p:sp>
        <p:nvSpPr>
          <p:cNvPr id="4" name="Foliennummernplatzhalter 3"/>
          <p:cNvSpPr>
            <a:spLocks noGrp="1"/>
          </p:cNvSpPr>
          <p:nvPr>
            <p:ph type="sldNum" sz="quarter" idx="11"/>
          </p:nvPr>
        </p:nvSpPr>
        <p:spPr/>
        <p:txBody>
          <a:bodyPr/>
          <a:lstStyle/>
          <a:p>
            <a:pPr>
              <a:lnSpc>
                <a:spcPts val="800"/>
              </a:lnSpc>
            </a:pPr>
            <a:fld id="{D985BC7C-F6A2-4FED-9217-735A5E10A319}" type="slidenum">
              <a:rPr lang="en-US" smtClean="0"/>
              <a:pPr>
                <a:lnSpc>
                  <a:spcPts val="800"/>
                </a:lnSpc>
              </a:pPr>
              <a:t>‹#›</a:t>
            </a:fld>
            <a:endParaRPr lang="en-US"/>
          </a:p>
        </p:txBody>
      </p:sp>
      <p:sp>
        <p:nvSpPr>
          <p:cNvPr id="5" name="Textplatzhalter 3"/>
          <p:cNvSpPr>
            <a:spLocks noGrp="1"/>
          </p:cNvSpPr>
          <p:nvPr>
            <p:ph idx="1"/>
          </p:nvPr>
        </p:nvSpPr>
        <p:spPr bwMode="gray">
          <a:xfrm>
            <a:off x="360002" y="864001"/>
            <a:ext cx="8424000" cy="3780000"/>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2041684418"/>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360364" y="143956"/>
            <a:ext cx="8424001" cy="593817"/>
          </a:xfrm>
          <a:prstGeom prst="rect">
            <a:avLst/>
          </a:prstGeom>
        </p:spPr>
        <p:txBody>
          <a:bodyPr vert="horz" lIns="0" tIns="0" rIns="0" bIns="0" rtlCol="0" anchor="t" anchorCtr="0">
            <a:noAutofit/>
          </a:bodyPr>
          <a:lstStyle/>
          <a:p>
            <a:r>
              <a:rPr lang="de-DE" dirty="0"/>
              <a:t>Titelmasterformat durch Klicken bearbeiten</a:t>
            </a:r>
          </a:p>
        </p:txBody>
      </p:sp>
      <p:sp>
        <p:nvSpPr>
          <p:cNvPr id="3" name="Textplatzhalter 2"/>
          <p:cNvSpPr>
            <a:spLocks noGrp="1"/>
          </p:cNvSpPr>
          <p:nvPr>
            <p:ph type="body" idx="1"/>
          </p:nvPr>
        </p:nvSpPr>
        <p:spPr>
          <a:xfrm>
            <a:off x="360002" y="864002"/>
            <a:ext cx="8424000" cy="3780000"/>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p:txBody>
      </p:sp>
      <p:sp>
        <p:nvSpPr>
          <p:cNvPr id="5" name="Fußzeilenplatzhalter 4"/>
          <p:cNvSpPr>
            <a:spLocks noGrp="1"/>
          </p:cNvSpPr>
          <p:nvPr>
            <p:ph type="ftr" sz="quarter" idx="3"/>
          </p:nvPr>
        </p:nvSpPr>
        <p:spPr>
          <a:xfrm>
            <a:off x="929391" y="4890653"/>
            <a:ext cx="5220000" cy="108000"/>
          </a:xfrm>
          <a:prstGeom prst="rect">
            <a:avLst/>
          </a:prstGeom>
        </p:spPr>
        <p:txBody>
          <a:bodyPr vert="horz" lIns="0" tIns="0" rIns="0" bIns="0" rtlCol="0" anchor="ctr"/>
          <a:lstStyle>
            <a:lvl1pPr algn="l">
              <a:defRPr sz="600">
                <a:solidFill>
                  <a:schemeClr val="tx1"/>
                </a:solidFill>
              </a:defRPr>
            </a:lvl1pPr>
          </a:lstStyle>
          <a:p>
            <a:endParaRPr lang="de-DE" dirty="0"/>
          </a:p>
        </p:txBody>
      </p:sp>
      <p:sp>
        <p:nvSpPr>
          <p:cNvPr id="6" name="Foliennummernplatzhalter 5"/>
          <p:cNvSpPr>
            <a:spLocks noGrp="1"/>
          </p:cNvSpPr>
          <p:nvPr>
            <p:ph type="sldNum" sz="quarter" idx="4"/>
          </p:nvPr>
        </p:nvSpPr>
        <p:spPr>
          <a:xfrm>
            <a:off x="8604001" y="4890653"/>
            <a:ext cx="180000" cy="108000"/>
          </a:xfrm>
          <a:prstGeom prst="rect">
            <a:avLst/>
          </a:prstGeom>
        </p:spPr>
        <p:txBody>
          <a:bodyPr vert="horz" lIns="0" tIns="0" rIns="0" bIns="0" rtlCol="0" anchor="ctr"/>
          <a:lstStyle>
            <a:lvl1pPr algn="r">
              <a:defRPr sz="600" b="1">
                <a:solidFill>
                  <a:schemeClr val="accent4"/>
                </a:solidFill>
              </a:defRPr>
            </a:lvl1pPr>
          </a:lstStyle>
          <a:p>
            <a:fld id="{AE839375-43AA-4A5D-B991-4343C4570BCB}" type="slidenum">
              <a:rPr lang="de-DE" smtClean="0"/>
              <a:pPr/>
              <a:t>‹#›</a:t>
            </a:fld>
            <a:endParaRPr lang="de-DE" dirty="0"/>
          </a:p>
        </p:txBody>
      </p:sp>
      <p:sp>
        <p:nvSpPr>
          <p:cNvPr id="7" name="Text Box 10"/>
          <p:cNvSpPr txBox="1">
            <a:spLocks noChangeArrowheads="1"/>
          </p:cNvSpPr>
          <p:nvPr userDrawn="1"/>
        </p:nvSpPr>
        <p:spPr bwMode="black">
          <a:xfrm>
            <a:off x="7607032" y="4898308"/>
            <a:ext cx="900000" cy="92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r" fontAlgn="base">
              <a:lnSpc>
                <a:spcPts val="800"/>
              </a:lnSpc>
              <a:spcBef>
                <a:spcPct val="0"/>
              </a:spcBef>
              <a:spcAft>
                <a:spcPct val="0"/>
              </a:spcAft>
            </a:pPr>
            <a:r>
              <a:rPr lang="de-DE" sz="600" dirty="0">
                <a:solidFill>
                  <a:srgbClr val="000000"/>
                </a:solidFill>
              </a:rPr>
              <a:t>© ZF Friedrichshafen AG</a:t>
            </a:r>
          </a:p>
        </p:txBody>
      </p:sp>
      <p:cxnSp>
        <p:nvCxnSpPr>
          <p:cNvPr id="8" name="Gerade Verbindung 7"/>
          <p:cNvCxnSpPr/>
          <p:nvPr userDrawn="1"/>
        </p:nvCxnSpPr>
        <p:spPr>
          <a:xfrm>
            <a:off x="360002" y="4722301"/>
            <a:ext cx="8424000" cy="53"/>
          </a:xfrm>
          <a:prstGeom prst="line">
            <a:avLst/>
          </a:prstGeom>
          <a:ln w="19050" cap="rnd">
            <a:solidFill>
              <a:schemeClr val="accent4"/>
            </a:solidFill>
            <a:prstDash val="sysDot"/>
            <a:round/>
          </a:ln>
        </p:spPr>
        <p:style>
          <a:lnRef idx="1">
            <a:schemeClr val="accent1"/>
          </a:lnRef>
          <a:fillRef idx="0">
            <a:schemeClr val="accent1"/>
          </a:fillRef>
          <a:effectRef idx="0">
            <a:schemeClr val="accent1"/>
          </a:effectRef>
          <a:fontRef idx="minor">
            <a:schemeClr val="tx1"/>
          </a:fontRef>
        </p:style>
      </p:cxnSp>
      <p:pic>
        <p:nvPicPr>
          <p:cNvPr id="11" name="Grafik 10">
            <a:extLst>
              <a:ext uri="{FF2B5EF4-FFF2-40B4-BE49-F238E27FC236}">
                <a16:creationId xmlns:a16="http://schemas.microsoft.com/office/drawing/2014/main" id="{CC0EC9A7-0F78-4BCD-A456-48B3D296E354}"/>
              </a:ext>
            </a:extLst>
          </p:cNvPr>
          <p:cNvPicPr>
            <a:picLocks noChangeAspect="1"/>
          </p:cNvPicPr>
          <p:nvPr userDrawn="1"/>
        </p:nvPicPr>
        <p:blipFill>
          <a:blip r:embed="rId36" cstate="hqprint">
            <a:extLst>
              <a:ext uri="{28A0092B-C50C-407E-A947-70E740481C1C}">
                <a14:useLocalDpi xmlns:a14="http://schemas.microsoft.com/office/drawing/2010/main"/>
              </a:ext>
            </a:extLst>
          </a:blip>
          <a:stretch>
            <a:fillRect/>
          </a:stretch>
        </p:blipFill>
        <p:spPr>
          <a:xfrm>
            <a:off x="360001" y="4800652"/>
            <a:ext cx="288000" cy="287911"/>
          </a:xfrm>
          <a:prstGeom prst="rect">
            <a:avLst/>
          </a:prstGeom>
        </p:spPr>
      </p:pic>
      <p:sp>
        <p:nvSpPr>
          <p:cNvPr id="4" name="MSIPCMContentMarking" descr="{&quot;HashCode&quot;:-866554231,&quot;Placement&quot;:&quot;Header&quot;,&quot;Top&quot;:0.0,&quot;Left&quot;:636.6835,&quot;SlideWidth&quot;:720,&quot;SlideHeight&quot;:405}">
            <a:extLst>
              <a:ext uri="{FF2B5EF4-FFF2-40B4-BE49-F238E27FC236}">
                <a16:creationId xmlns:a16="http://schemas.microsoft.com/office/drawing/2014/main" id="{5734DF10-DA86-DE21-FF0D-60FFD7B4723E}"/>
              </a:ext>
            </a:extLst>
          </p:cNvPr>
          <p:cNvSpPr txBox="1"/>
          <p:nvPr userDrawn="1"/>
        </p:nvSpPr>
        <p:spPr>
          <a:xfrm>
            <a:off x="8085880" y="0"/>
            <a:ext cx="1058120" cy="262344"/>
          </a:xfrm>
          <a:prstGeom prst="rect">
            <a:avLst/>
          </a:prstGeom>
          <a:noFill/>
        </p:spPr>
        <p:txBody>
          <a:bodyPr vert="horz" wrap="square" lIns="0" tIns="0" rIns="0" bIns="0" rtlCol="0" anchor="ctr" anchorCtr="1">
            <a:spAutoFit/>
          </a:bodyPr>
          <a:lstStyle/>
          <a:p>
            <a:pPr marL="0" marR="0" indent="0" algn="r" defTabSz="914400" eaLnBrk="1" fontAlgn="base" latinLnBrk="0" hangingPunct="1">
              <a:lnSpc>
                <a:spcPct val="100000"/>
              </a:lnSpc>
              <a:spcBef>
                <a:spcPts val="0"/>
              </a:spcBef>
              <a:spcAft>
                <a:spcPct val="0"/>
              </a:spcAft>
              <a:buClrTx/>
              <a:buSzTx/>
              <a:buFontTx/>
              <a:buNone/>
              <a:tabLst/>
            </a:pPr>
            <a:r>
              <a:rPr kumimoji="0" lang="pl-PL" sz="1000" b="0" i="0" u="none" strike="noStrike" kern="0" cap="none" spc="0" normalizeH="0" baseline="0" noProof="0">
                <a:ln>
                  <a:noFill/>
                </a:ln>
                <a:solidFill>
                  <a:srgbClr val="000000"/>
                </a:solidFill>
                <a:effectLst/>
                <a:uLnTx/>
                <a:uFillTx/>
                <a:latin typeface="Calibri" panose="020F0502020204030204" pitchFamily="34" charset="0"/>
              </a:rPr>
              <a:t>ZF Confidential</a:t>
            </a:r>
            <a:endParaRPr kumimoji="0" lang="pl-PL" sz="1000" b="0" i="0" u="none" strike="noStrike" kern="0" cap="none" spc="0" normalizeH="0" baseline="0" noProof="0" dirty="0">
              <a:ln>
                <a:noFill/>
              </a:ln>
              <a:solidFill>
                <a:srgbClr val="000000"/>
              </a:solidFill>
              <a:effectLst/>
              <a:uLnTx/>
              <a:uFillTx/>
              <a:latin typeface="Calibri" panose="020F0502020204030204" pitchFamily="34" charset="0"/>
            </a:endParaRPr>
          </a:p>
        </p:txBody>
      </p:sp>
    </p:spTree>
    <p:extLst>
      <p:ext uri="{BB962C8B-B14F-4D97-AF65-F5344CB8AC3E}">
        <p14:creationId xmlns:p14="http://schemas.microsoft.com/office/powerpoint/2010/main" val="3346026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87" r:id="rId3"/>
    <p:sldLayoutId id="2147483677" r:id="rId4"/>
    <p:sldLayoutId id="2147483678" r:id="rId5"/>
    <p:sldLayoutId id="2147483679" r:id="rId6"/>
    <p:sldLayoutId id="2147483680" r:id="rId7"/>
    <p:sldLayoutId id="2147483681" r:id="rId8"/>
    <p:sldLayoutId id="2147483682" r:id="rId9"/>
    <p:sldLayoutId id="2147483683" r:id="rId10"/>
    <p:sldLayoutId id="2147483654" r:id="rId11"/>
    <p:sldLayoutId id="2147483655" r:id="rId12"/>
    <p:sldLayoutId id="2147483693" r:id="rId13"/>
    <p:sldLayoutId id="2147483694" r:id="rId14"/>
    <p:sldLayoutId id="2147483695" r:id="rId15"/>
    <p:sldLayoutId id="2147483696" r:id="rId16"/>
    <p:sldLayoutId id="2147483698" r:id="rId17"/>
    <p:sldLayoutId id="2147483699" r:id="rId18"/>
    <p:sldLayoutId id="2147483700" r:id="rId19"/>
    <p:sldLayoutId id="2147483710" r:id="rId20"/>
    <p:sldLayoutId id="2147483684" r:id="rId21"/>
    <p:sldLayoutId id="2147483685" r:id="rId22"/>
    <p:sldLayoutId id="2147483688" r:id="rId23"/>
    <p:sldLayoutId id="2147483689" r:id="rId24"/>
    <p:sldLayoutId id="2147483690" r:id="rId25"/>
    <p:sldLayoutId id="2147483701" r:id="rId26"/>
    <p:sldLayoutId id="2147483702" r:id="rId27"/>
    <p:sldLayoutId id="2147483703" r:id="rId28"/>
    <p:sldLayoutId id="2147483704" r:id="rId29"/>
    <p:sldLayoutId id="2147483705" r:id="rId30"/>
    <p:sldLayoutId id="2147483706" r:id="rId31"/>
    <p:sldLayoutId id="2147483708" r:id="rId32"/>
    <p:sldLayoutId id="2147483709" r:id="rId33"/>
    <p:sldLayoutId id="2147483711" r:id="rId34"/>
  </p:sldLayoutIdLst>
  <p:hf hdr="0" dt="0"/>
  <p:txStyles>
    <p:titleStyle>
      <a:lvl1pPr algn="l" defTabSz="914400" rtl="0" eaLnBrk="1" latinLnBrk="0" hangingPunct="1">
        <a:spcBef>
          <a:spcPct val="0"/>
        </a:spcBef>
        <a:buNone/>
        <a:defRPr sz="2000" b="1" kern="1200">
          <a:solidFill>
            <a:schemeClr val="accent4"/>
          </a:solidFill>
          <a:latin typeface="+mj-lt"/>
          <a:ea typeface="+mj-ea"/>
          <a:cs typeface="+mj-cs"/>
        </a:defRPr>
      </a:lvl1pPr>
    </p:titleStyle>
    <p:body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4.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4.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4.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4.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34.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4.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4.xml"/><Relationship Id="rId5" Type="http://schemas.openxmlformats.org/officeDocument/2006/relationships/image" Target="../media/image35.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0.png"/><Relationship Id="rId1" Type="http://schemas.openxmlformats.org/officeDocument/2006/relationships/slideLayout" Target="../slideLayouts/slideLayout34.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0.png"/><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1.png"/><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4.xml"/><Relationship Id="rId4" Type="http://schemas.openxmlformats.org/officeDocument/2006/relationships/image" Target="../media/image50.png"/></Relationships>
</file>

<file path=ppt/slides/_rels/slide3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34.xml"/><Relationship Id="rId5" Type="http://schemas.openxmlformats.org/officeDocument/2006/relationships/image" Target="../media/image60.png"/><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4679576" cy="3964961"/>
          </a:xfrm>
          <a:prstGeom prst="rect">
            <a:avLst/>
          </a:prstGeom>
        </p:spPr>
        <p:txBody>
          <a:bodyPr>
            <a:normAutofit lnSpcReduction="10000"/>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spcBef>
                <a:spcPts val="600"/>
              </a:spcBef>
              <a:buFont typeface="Arial" pitchFamily="34" charset="0"/>
              <a:buChar char="•"/>
            </a:pPr>
            <a:r>
              <a:rPr lang="pl-PL" dirty="0">
                <a:solidFill>
                  <a:srgbClr val="000000"/>
                </a:solidFill>
              </a:rPr>
              <a:t>On meeting on 17th of January during a meeting 4 new directories containing new data were presented.</a:t>
            </a:r>
          </a:p>
          <a:p>
            <a:pPr marL="171450" indent="-171450">
              <a:spcBef>
                <a:spcPts val="600"/>
              </a:spcBef>
              <a:buFont typeface="Arial" pitchFamily="34" charset="0"/>
              <a:buChar char="•"/>
            </a:pPr>
            <a:r>
              <a:rPr lang="pl-PL" dirty="0">
                <a:solidFill>
                  <a:srgbClr val="000000"/>
                </a:solidFill>
              </a:rPr>
              <a:t>Directories contained data in 4 categories:</a:t>
            </a:r>
          </a:p>
          <a:p>
            <a:pPr marL="387450" lvl="1" indent="-171450">
              <a:spcBef>
                <a:spcPts val="600"/>
              </a:spcBef>
              <a:buFont typeface="Arial" pitchFamily="34" charset="0"/>
              <a:buChar char="•"/>
            </a:pPr>
            <a:r>
              <a:rPr lang="pl-PL" dirty="0">
                <a:solidFill>
                  <a:srgbClr val="000000"/>
                </a:solidFill>
              </a:rPr>
              <a:t>1 sample beiing tested without environemental noise</a:t>
            </a:r>
          </a:p>
          <a:p>
            <a:pPr marL="387450" lvl="1" indent="-171450">
              <a:spcBef>
                <a:spcPts val="600"/>
              </a:spcBef>
              <a:buFont typeface="Arial" pitchFamily="34" charset="0"/>
              <a:buChar char="•"/>
            </a:pPr>
            <a:r>
              <a:rPr lang="pl-PL" dirty="0">
                <a:solidFill>
                  <a:srgbClr val="000000"/>
                </a:solidFill>
              </a:rPr>
              <a:t>1 sample beiing tested with environemental noise</a:t>
            </a:r>
          </a:p>
          <a:p>
            <a:pPr marL="387450" lvl="1" indent="-171450">
              <a:spcBef>
                <a:spcPts val="600"/>
              </a:spcBef>
              <a:buFont typeface="Arial" pitchFamily="34" charset="0"/>
              <a:buChar char="•"/>
            </a:pPr>
            <a:r>
              <a:rPr lang="pl-PL" dirty="0">
                <a:solidFill>
                  <a:srgbClr val="000000"/>
                </a:solidFill>
              </a:rPr>
              <a:t>6 samples beiing tested with environemental noise </a:t>
            </a:r>
            <a:br>
              <a:rPr lang="pl-PL" dirty="0">
                <a:solidFill>
                  <a:srgbClr val="000000"/>
                </a:solidFill>
              </a:rPr>
            </a:br>
            <a:r>
              <a:rPr lang="pl-PL" dirty="0">
                <a:solidFill>
                  <a:srgbClr val="000000"/>
                </a:solidFill>
              </a:rPr>
              <a:t>(for nok examples 1 out of 6 was damaged)</a:t>
            </a:r>
          </a:p>
          <a:p>
            <a:pPr marL="387450" lvl="1" indent="-171450">
              <a:spcBef>
                <a:spcPts val="600"/>
              </a:spcBef>
              <a:buFont typeface="Arial" pitchFamily="34" charset="0"/>
              <a:buChar char="•"/>
            </a:pPr>
            <a:r>
              <a:rPr lang="pl-PL" dirty="0">
                <a:solidFill>
                  <a:srgbClr val="000000"/>
                </a:solidFill>
              </a:rPr>
              <a:t>12 samples beiing tested with environemental noise </a:t>
            </a:r>
            <a:br>
              <a:rPr lang="pl-PL" dirty="0">
                <a:solidFill>
                  <a:srgbClr val="000000"/>
                </a:solidFill>
              </a:rPr>
            </a:br>
            <a:r>
              <a:rPr lang="pl-PL" dirty="0">
                <a:solidFill>
                  <a:srgbClr val="000000"/>
                </a:solidFill>
              </a:rPr>
              <a:t>(no NOK data)</a:t>
            </a:r>
          </a:p>
          <a:p>
            <a:pPr marL="171450" lvl="1" indent="-171450">
              <a:spcBef>
                <a:spcPts val="600"/>
              </a:spcBef>
              <a:buFont typeface="Arial" pitchFamily="34" charset="0"/>
              <a:buChar char="•"/>
            </a:pPr>
            <a:r>
              <a:rPr lang="pl-PL" dirty="0">
                <a:solidFill>
                  <a:srgbClr val="000000"/>
                </a:solidFill>
              </a:rPr>
              <a:t>Additionally new data involved brakes with hydraulic action </a:t>
            </a:r>
          </a:p>
          <a:p>
            <a:pPr marL="171450" lvl="1" indent="-171450">
              <a:spcBef>
                <a:spcPts val="600"/>
              </a:spcBef>
              <a:buFont typeface="Arial" pitchFamily="34" charset="0"/>
              <a:buChar char="•"/>
            </a:pPr>
            <a:r>
              <a:rPr lang="pl-PL" dirty="0">
                <a:solidFill>
                  <a:srgbClr val="000000"/>
                </a:solidFill>
              </a:rPr>
              <a:t>This drastically complicated the problem stated in Novemeber, where one sample was tested without the environment noise.</a:t>
            </a:r>
          </a:p>
          <a:p>
            <a:pPr marL="171450" lvl="1" indent="-171450">
              <a:spcBef>
                <a:spcPts val="600"/>
              </a:spcBef>
              <a:buFont typeface="Arial" pitchFamily="34" charset="0"/>
              <a:buChar char="•"/>
            </a:pPr>
            <a:r>
              <a:rPr lang="pl-PL" dirty="0">
                <a:solidFill>
                  <a:srgbClr val="000000"/>
                </a:solidFill>
              </a:rPr>
              <a:t>All of the data is originally recorded in *.m4a format and all of the recordings needed to be converted into *.wav format </a:t>
            </a:r>
          </a:p>
          <a:p>
            <a:pPr marL="171450" lvl="1" indent="-171450">
              <a:spcBef>
                <a:spcPts val="600"/>
              </a:spcBef>
              <a:buFont typeface="Arial" pitchFamily="34" charset="0"/>
              <a:buChar char="•"/>
            </a:pPr>
            <a:r>
              <a:rPr lang="pl-PL" dirty="0">
                <a:solidFill>
                  <a:srgbClr val="000000"/>
                </a:solidFill>
              </a:rPr>
              <a:t>On the right we see example set up photo with 6 samples being tested and microphones</a:t>
            </a:r>
          </a:p>
          <a:p>
            <a:pPr marL="387450" lvl="1" indent="-171450">
              <a:buFont typeface="Arial" pitchFamily="34" charset="0"/>
              <a:buChar char="•"/>
            </a:pPr>
            <a:endParaRPr lang="pl-PL" dirty="0">
              <a:solidFill>
                <a:srgbClr val="000000"/>
              </a:solidFill>
            </a:endParaRPr>
          </a:p>
          <a:p>
            <a:pPr marL="387450" lvl="1" indent="-171450">
              <a:buFont typeface="Arial" pitchFamily="34" charset="0"/>
              <a:buChar char="•"/>
            </a:pPr>
            <a:endParaRPr lang="pl-PL" dirty="0">
              <a:solidFill>
                <a:srgbClr val="000000"/>
              </a:solidFill>
            </a:endParaRPr>
          </a:p>
          <a:p>
            <a:pPr marL="387450" lvl="1" indent="-171450">
              <a:buFont typeface="Arial" pitchFamily="34" charset="0"/>
              <a:buChar char="•"/>
            </a:pPr>
            <a:endParaRPr lang="pl-PL" dirty="0">
              <a:solidFill>
                <a:srgbClr val="000000"/>
              </a:solidFill>
            </a:endParaRPr>
          </a:p>
          <a:p>
            <a:pPr marL="387450" lvl="1" indent="-171450">
              <a:buFont typeface="Arial" pitchFamily="34" charset="0"/>
              <a:buChar char="•"/>
            </a:pPr>
            <a:endParaRPr lang="pl-PL" dirty="0">
              <a:solidFill>
                <a:srgbClr val="000000"/>
              </a:solidFill>
            </a:endParaRPr>
          </a:p>
          <a:p>
            <a:pPr marL="387450" lvl="1"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Overview</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1</a:t>
            </a:fld>
            <a:endParaRPr lang="en-US"/>
          </a:p>
        </p:txBody>
      </p:sp>
    </p:spTree>
    <p:extLst>
      <p:ext uri="{BB962C8B-B14F-4D97-AF65-F5344CB8AC3E}">
        <p14:creationId xmlns:p14="http://schemas.microsoft.com/office/powerpoint/2010/main" val="257564958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7" y="622407"/>
            <a:ext cx="8083603"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spcBef>
                <a:spcPts val="600"/>
              </a:spcBef>
              <a:buFont typeface="Arial" pitchFamily="34" charset="0"/>
              <a:buChar char="•"/>
            </a:pPr>
            <a:r>
              <a:rPr lang="pl-PL" u="sng" dirty="0">
                <a:solidFill>
                  <a:srgbClr val="000000"/>
                </a:solidFill>
              </a:rPr>
              <a:t>The results on separting normal from abnormal samples in data without ambient noise were good</a:t>
            </a:r>
          </a:p>
          <a:p>
            <a:pPr marL="171450" indent="-171450">
              <a:spcBef>
                <a:spcPts val="600"/>
              </a:spcBef>
              <a:buFont typeface="Arial" pitchFamily="34" charset="0"/>
              <a:buChar char="•"/>
            </a:pPr>
            <a:r>
              <a:rPr lang="pl-PL" dirty="0">
                <a:solidFill>
                  <a:srgbClr val="000000"/>
                </a:solidFill>
              </a:rPr>
              <a:t> </a:t>
            </a:r>
            <a:r>
              <a:rPr lang="pl-PL" u="sng" dirty="0">
                <a:solidFill>
                  <a:srgbClr val="000000"/>
                </a:solidFill>
              </a:rPr>
              <a:t>The results on separting normal from abnormal samples in data with ambient noise were good, however no general model that served all the cases was made</a:t>
            </a:r>
          </a:p>
          <a:p>
            <a:pPr marL="171450" indent="-171450">
              <a:spcBef>
                <a:spcPts val="600"/>
              </a:spcBef>
              <a:buFont typeface="Arial" pitchFamily="34" charset="0"/>
              <a:buChar char="•"/>
            </a:pPr>
            <a:r>
              <a:rPr lang="pl-PL" dirty="0">
                <a:solidFill>
                  <a:srgbClr val="000000"/>
                </a:solidFill>
              </a:rPr>
              <a:t>The reasons behind, data with ambient noise was hard to separate:</a:t>
            </a:r>
          </a:p>
          <a:p>
            <a:pPr marL="387450" lvl="1" indent="-171450">
              <a:spcBef>
                <a:spcPts val="600"/>
              </a:spcBef>
              <a:buFont typeface="Arial" pitchFamily="34" charset="0"/>
              <a:buChar char="•"/>
            </a:pPr>
            <a:r>
              <a:rPr lang="pl-PL" dirty="0">
                <a:solidFill>
                  <a:srgbClr val="000000"/>
                </a:solidFill>
              </a:rPr>
              <a:t>Saving data with *.m4a extension – m4a is a lossy coding standard that is using the AAC – Advanced Audio Coding. AAC exploits two coding strategies to dramatically reduce the amount of data needed to represent high-quality digital audio:</a:t>
            </a:r>
          </a:p>
          <a:p>
            <a:pPr marL="603450" lvl="2" indent="-171450">
              <a:spcBef>
                <a:spcPts val="600"/>
              </a:spcBef>
              <a:buFont typeface="Arial" pitchFamily="34" charset="0"/>
              <a:buChar char="•"/>
            </a:pPr>
            <a:r>
              <a:rPr lang="pl-PL" dirty="0">
                <a:solidFill>
                  <a:srgbClr val="000000"/>
                </a:solidFill>
              </a:rPr>
              <a:t>Signal components that are perceptually irrelevant are discarded</a:t>
            </a:r>
          </a:p>
          <a:p>
            <a:pPr marL="603450" lvl="2" indent="-171450">
              <a:spcBef>
                <a:spcPts val="600"/>
              </a:spcBef>
              <a:buFont typeface="Arial" pitchFamily="34" charset="0"/>
              <a:buChar char="•"/>
            </a:pPr>
            <a:r>
              <a:rPr lang="pl-PL" dirty="0">
                <a:solidFill>
                  <a:srgbClr val="000000"/>
                </a:solidFill>
              </a:rPr>
              <a:t>Redundancies in the coded audio signal are eliminated</a:t>
            </a:r>
          </a:p>
          <a:p>
            <a:pPr marL="171450" lvl="2" indent="-171450">
              <a:spcBef>
                <a:spcPts val="600"/>
              </a:spcBef>
              <a:buFont typeface="Arial" pitchFamily="34" charset="0"/>
              <a:buChar char="•"/>
            </a:pPr>
            <a:r>
              <a:rPr lang="pl-PL" dirty="0">
                <a:solidFill>
                  <a:srgbClr val="000000"/>
                </a:solidFill>
              </a:rPr>
              <a:t>For examples with 6 or 12 samples where only one of them is abnormal and in presence of strong ambient noise, the high frequencies in which abnormalities are visible might be discarded by the Advanced Audio Coding.</a:t>
            </a:r>
          </a:p>
          <a:p>
            <a:pPr lvl="2" indent="0">
              <a:buNone/>
            </a:pPr>
            <a:endParaRPr lang="pl-PL" dirty="0">
              <a:solidFill>
                <a:srgbClr val="000000"/>
              </a:solidFill>
            </a:endParaRPr>
          </a:p>
          <a:p>
            <a:pPr lvl="2" indent="0">
              <a:buNone/>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387450" lvl="1" indent="-171450">
              <a:buFont typeface="Arial" pitchFamily="34" charset="0"/>
              <a:buChar char="•"/>
            </a:pPr>
            <a:endParaRPr lang="pl-PL" dirty="0">
              <a:solidFill>
                <a:srgbClr val="000000"/>
              </a:solidFill>
            </a:endParaRPr>
          </a:p>
          <a:p>
            <a:pPr marL="387450" lvl="1" indent="-171450">
              <a:buFont typeface="Arial" pitchFamily="34" charset="0"/>
              <a:buChar char="•"/>
            </a:pPr>
            <a:endParaRPr lang="pl-PL" dirty="0">
              <a:solidFill>
                <a:srgbClr val="000000"/>
              </a:solidFill>
            </a:endParaRPr>
          </a:p>
          <a:p>
            <a:pPr marL="387450" lvl="1" indent="-171450">
              <a:buFont typeface="Arial" pitchFamily="34" charset="0"/>
              <a:buChar char="•"/>
            </a:pPr>
            <a:endParaRPr lang="pl-PL" dirty="0">
              <a:solidFill>
                <a:srgbClr val="000000"/>
              </a:solidFill>
            </a:endParaRPr>
          </a:p>
          <a:p>
            <a:pPr marL="387450" lvl="1" indent="-171450">
              <a:buFont typeface="Arial" pitchFamily="34" charset="0"/>
              <a:buChar char="•"/>
            </a:pPr>
            <a:endParaRPr lang="pl-PL" dirty="0">
              <a:solidFill>
                <a:srgbClr val="000000"/>
              </a:solidFill>
            </a:endParaRPr>
          </a:p>
          <a:p>
            <a:pPr marL="387450" lvl="1"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Overview</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2</a:t>
            </a:fld>
            <a:endParaRPr lang="en-US"/>
          </a:p>
        </p:txBody>
      </p:sp>
      <p:sp>
        <p:nvSpPr>
          <p:cNvPr id="2" name="Rechteck: abgerundete Ecken 6">
            <a:extLst>
              <a:ext uri="{FF2B5EF4-FFF2-40B4-BE49-F238E27FC236}">
                <a16:creationId xmlns:a16="http://schemas.microsoft.com/office/drawing/2014/main" id="{384E9463-5246-239B-C23B-CE380330060C}"/>
              </a:ext>
            </a:extLst>
          </p:cNvPr>
          <p:cNvSpPr/>
          <p:nvPr/>
        </p:nvSpPr>
        <p:spPr>
          <a:xfrm>
            <a:off x="437003" y="3944542"/>
            <a:ext cx="8269994" cy="61962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ot="0" spcFirstLastPara="0" vert="horz" wrap="square" lIns="90000" tIns="90000" rIns="90000" bIns="90000" numCol="1" spcCol="0" rtlCol="0" fromWordArt="0" anchor="ctr" anchorCtr="0" forceAA="0" compatLnSpc="1">
            <a:prstTxWarp prst="textNoShape">
              <a:avLst/>
            </a:prstTxWarp>
            <a:noAutofit/>
          </a:bodyPr>
          <a:lstStyle>
            <a:defPPr>
              <a:defRPr lang="de-DE"/>
            </a:defPPr>
            <a:lvl1pPr marL="0" algn="l" defTabSz="914400" rtl="0" eaLnBrk="1" latinLnBrk="0" hangingPunct="1">
              <a:defRPr sz="1800" kern="1200">
                <a:solidFill>
                  <a:schemeClr val="accent5"/>
                </a:solidFill>
                <a:latin typeface="+mn-lt"/>
                <a:ea typeface="+mn-ea"/>
                <a:cs typeface="+mn-cs"/>
              </a:defRPr>
            </a:lvl1pPr>
            <a:lvl2pPr marL="457200" algn="l" defTabSz="914400" rtl="0" eaLnBrk="1" latinLnBrk="0" hangingPunct="1">
              <a:defRPr sz="1800" kern="1200">
                <a:solidFill>
                  <a:schemeClr val="accent5"/>
                </a:solidFill>
                <a:latin typeface="+mn-lt"/>
                <a:ea typeface="+mn-ea"/>
                <a:cs typeface="+mn-cs"/>
              </a:defRPr>
            </a:lvl2pPr>
            <a:lvl3pPr marL="914400" algn="l" defTabSz="914400" rtl="0" eaLnBrk="1" latinLnBrk="0" hangingPunct="1">
              <a:defRPr sz="1800" kern="1200">
                <a:solidFill>
                  <a:schemeClr val="accent5"/>
                </a:solidFill>
                <a:latin typeface="+mn-lt"/>
                <a:ea typeface="+mn-ea"/>
                <a:cs typeface="+mn-cs"/>
              </a:defRPr>
            </a:lvl3pPr>
            <a:lvl4pPr marL="1371600" algn="l" defTabSz="914400" rtl="0" eaLnBrk="1" latinLnBrk="0" hangingPunct="1">
              <a:defRPr sz="1800" kern="1200">
                <a:solidFill>
                  <a:schemeClr val="accent5"/>
                </a:solidFill>
                <a:latin typeface="+mn-lt"/>
                <a:ea typeface="+mn-ea"/>
                <a:cs typeface="+mn-cs"/>
              </a:defRPr>
            </a:lvl4pPr>
            <a:lvl5pPr marL="1828800" algn="l" defTabSz="914400" rtl="0" eaLnBrk="1" latinLnBrk="0" hangingPunct="1">
              <a:defRPr sz="1800" kern="1200">
                <a:solidFill>
                  <a:schemeClr val="accent5"/>
                </a:solidFill>
                <a:latin typeface="+mn-lt"/>
                <a:ea typeface="+mn-ea"/>
                <a:cs typeface="+mn-cs"/>
              </a:defRPr>
            </a:lvl5pPr>
            <a:lvl6pPr marL="2286000" algn="l" defTabSz="914400" rtl="0" eaLnBrk="1" latinLnBrk="0" hangingPunct="1">
              <a:defRPr sz="1800" kern="1200">
                <a:solidFill>
                  <a:schemeClr val="accent5"/>
                </a:solidFill>
                <a:latin typeface="+mn-lt"/>
                <a:ea typeface="+mn-ea"/>
                <a:cs typeface="+mn-cs"/>
              </a:defRPr>
            </a:lvl6pPr>
            <a:lvl7pPr marL="2743200" algn="l" defTabSz="914400" rtl="0" eaLnBrk="1" latinLnBrk="0" hangingPunct="1">
              <a:defRPr sz="1800" kern="1200">
                <a:solidFill>
                  <a:schemeClr val="accent5"/>
                </a:solidFill>
                <a:latin typeface="+mn-lt"/>
                <a:ea typeface="+mn-ea"/>
                <a:cs typeface="+mn-cs"/>
              </a:defRPr>
            </a:lvl7pPr>
            <a:lvl8pPr marL="3200400" algn="l" defTabSz="914400" rtl="0" eaLnBrk="1" latinLnBrk="0" hangingPunct="1">
              <a:defRPr sz="1800" kern="1200">
                <a:solidFill>
                  <a:schemeClr val="accent5"/>
                </a:solidFill>
                <a:latin typeface="+mn-lt"/>
                <a:ea typeface="+mn-ea"/>
                <a:cs typeface="+mn-cs"/>
              </a:defRPr>
            </a:lvl8pPr>
            <a:lvl9pPr marL="3657600" algn="l" defTabSz="914400" rtl="0" eaLnBrk="1" latinLnBrk="0" hangingPunct="1">
              <a:defRPr sz="1800" kern="1200">
                <a:solidFill>
                  <a:schemeClr val="accent5"/>
                </a:solidFill>
                <a:latin typeface="+mn-lt"/>
                <a:ea typeface="+mn-ea"/>
                <a:cs typeface="+mn-cs"/>
              </a:defRPr>
            </a:lvl9pPr>
          </a:lstStyle>
          <a:p>
            <a:pPr algn="ctr" fontAlgn="base">
              <a:spcAft>
                <a:spcPct val="0"/>
              </a:spcAft>
            </a:pPr>
            <a:r>
              <a:rPr lang="pl-PL" sz="1200" kern="0" dirty="0">
                <a:solidFill>
                  <a:schemeClr val="tx1"/>
                </a:solidFill>
                <a:latin typeface="Tahoma"/>
                <a:cs typeface="Tahoma" pitchFamily="34" charset="0"/>
              </a:rPr>
              <a:t>Advice is, to record samples in a lossless format such as FLAC (Free Lossless Audio Codec)</a:t>
            </a:r>
          </a:p>
        </p:txBody>
      </p:sp>
    </p:spTree>
    <p:extLst>
      <p:ext uri="{BB962C8B-B14F-4D97-AF65-F5344CB8AC3E}">
        <p14:creationId xmlns:p14="http://schemas.microsoft.com/office/powerpoint/2010/main" val="321128856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DE01C-B0BE-FB06-9BE9-2896A671B2A9}"/>
              </a:ext>
            </a:extLst>
          </p:cNvPr>
          <p:cNvSpPr>
            <a:spLocks noGrp="1"/>
          </p:cNvSpPr>
          <p:nvPr>
            <p:ph type="title"/>
          </p:nvPr>
        </p:nvSpPr>
        <p:spPr>
          <a:xfrm>
            <a:off x="359999" y="2192762"/>
            <a:ext cx="8424001" cy="593817"/>
          </a:xfrm>
        </p:spPr>
        <p:txBody>
          <a:bodyPr lIns="36000" tIns="36000" rIns="36000" bIns="36000"/>
          <a:lstStyle/>
          <a:p>
            <a:pPr algn="ctr"/>
            <a:r>
              <a:rPr lang="pl-PL" altLang="zh-CN" sz="3200" dirty="0"/>
              <a:t>1 sample, environment noise off</a:t>
            </a:r>
            <a:endParaRPr lang="en-GB" sz="3200" dirty="0"/>
          </a:p>
        </p:txBody>
      </p:sp>
      <p:sp>
        <p:nvSpPr>
          <p:cNvPr id="3" name="Footer Placeholder 2">
            <a:extLst>
              <a:ext uri="{FF2B5EF4-FFF2-40B4-BE49-F238E27FC236}">
                <a16:creationId xmlns:a16="http://schemas.microsoft.com/office/drawing/2014/main" id="{55EE606E-07CB-407A-8EC9-E852BC2E6E7E}"/>
              </a:ext>
            </a:extLst>
          </p:cNvPr>
          <p:cNvSpPr>
            <a:spLocks noGrp="1"/>
          </p:cNvSpPr>
          <p:nvPr>
            <p:ph type="ftr" sz="quarter" idx="10"/>
          </p:nvPr>
        </p:nvSpPr>
        <p:spPr/>
        <p:txBody>
          <a:bodyPr/>
          <a:lstStyle/>
          <a:p>
            <a:pPr>
              <a:lnSpc>
                <a:spcPts val="800"/>
              </a:lnSpc>
            </a:pPr>
            <a:endParaRPr lang="en-US"/>
          </a:p>
        </p:txBody>
      </p:sp>
      <p:sp>
        <p:nvSpPr>
          <p:cNvPr id="4" name="Slide Number Placeholder 3">
            <a:extLst>
              <a:ext uri="{FF2B5EF4-FFF2-40B4-BE49-F238E27FC236}">
                <a16:creationId xmlns:a16="http://schemas.microsoft.com/office/drawing/2014/main" id="{24288D88-821A-3B21-56A0-91F8E4408C93}"/>
              </a:ext>
            </a:extLst>
          </p:cNvPr>
          <p:cNvSpPr>
            <a:spLocks noGrp="1"/>
          </p:cNvSpPr>
          <p:nvPr>
            <p:ph type="sldNum" sz="quarter" idx="11"/>
          </p:nvPr>
        </p:nvSpPr>
        <p:spPr/>
        <p:txBody>
          <a:bodyPr/>
          <a:lstStyle/>
          <a:p>
            <a:pPr>
              <a:lnSpc>
                <a:spcPts val="800"/>
              </a:lnSpc>
            </a:pPr>
            <a:fld id="{D985BC7C-F6A2-4FED-9217-735A5E10A319}" type="slidenum">
              <a:rPr lang="en-US" smtClean="0"/>
              <a:pPr>
                <a:lnSpc>
                  <a:spcPts val="800"/>
                </a:lnSpc>
              </a:pPr>
              <a:t>3</a:t>
            </a:fld>
            <a:endParaRPr lang="en-US"/>
          </a:p>
        </p:txBody>
      </p:sp>
    </p:spTree>
    <p:extLst>
      <p:ext uri="{BB962C8B-B14F-4D97-AF65-F5344CB8AC3E}">
        <p14:creationId xmlns:p14="http://schemas.microsoft.com/office/powerpoint/2010/main" val="305399497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1. Results - 1 sample, environment noise off, database creation</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4</a:t>
            </a:fld>
            <a:endParaRPr lang="en-US"/>
          </a:p>
        </p:txBody>
      </p:sp>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452078" y="674915"/>
            <a:ext cx="8484324" cy="3964961"/>
          </a:xfrm>
          <a:prstGeom prst="rect">
            <a:avLst/>
          </a:prstGeom>
        </p:spPr>
        <p:txBody>
          <a:bodyPr>
            <a:normAutofit lnSpcReduction="10000"/>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dirty="0">
                <a:solidFill>
                  <a:srgbClr val="000000"/>
                </a:solidFill>
              </a:rPr>
              <a:t>There are 3 files with OK data for directory 1 and 3 files with NOK data, preprocessing goes as follows:</a:t>
            </a: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r>
              <a:rPr lang="pl-PL" dirty="0">
                <a:solidFill>
                  <a:srgbClr val="000000"/>
                </a:solidFill>
              </a:rPr>
              <a:t>Signal data is processed into melspectrogram (after highpass filter), and then it is framed into window 64x64 pixels in mid-frequencies.</a:t>
            </a: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pic>
        <p:nvPicPr>
          <p:cNvPr id="9" name="Picture 8">
            <a:extLst>
              <a:ext uri="{FF2B5EF4-FFF2-40B4-BE49-F238E27FC236}">
                <a16:creationId xmlns:a16="http://schemas.microsoft.com/office/drawing/2014/main" id="{AA381E37-D675-AED4-F312-1FA1763FC18B}"/>
              </a:ext>
            </a:extLst>
          </p:cNvPr>
          <p:cNvPicPr>
            <a:picLocks noChangeAspect="1"/>
          </p:cNvPicPr>
          <p:nvPr/>
        </p:nvPicPr>
        <p:blipFill>
          <a:blip r:embed="rId2"/>
          <a:stretch>
            <a:fillRect/>
          </a:stretch>
        </p:blipFill>
        <p:spPr>
          <a:xfrm>
            <a:off x="3555766" y="932099"/>
            <a:ext cx="2247619" cy="3200000"/>
          </a:xfrm>
          <a:prstGeom prst="rect">
            <a:avLst/>
          </a:prstGeom>
        </p:spPr>
      </p:pic>
      <p:pic>
        <p:nvPicPr>
          <p:cNvPr id="11" name="Picture 10">
            <a:extLst>
              <a:ext uri="{FF2B5EF4-FFF2-40B4-BE49-F238E27FC236}">
                <a16:creationId xmlns:a16="http://schemas.microsoft.com/office/drawing/2014/main" id="{2FC50B4A-0820-F6DA-E553-22C0BA830D8F}"/>
              </a:ext>
            </a:extLst>
          </p:cNvPr>
          <p:cNvPicPr>
            <a:picLocks noChangeAspect="1"/>
          </p:cNvPicPr>
          <p:nvPr/>
        </p:nvPicPr>
        <p:blipFill>
          <a:blip r:embed="rId3"/>
          <a:stretch>
            <a:fillRect/>
          </a:stretch>
        </p:blipFill>
        <p:spPr>
          <a:xfrm>
            <a:off x="351421" y="1722107"/>
            <a:ext cx="2730663" cy="1727562"/>
          </a:xfrm>
          <a:prstGeom prst="rect">
            <a:avLst/>
          </a:prstGeom>
        </p:spPr>
      </p:pic>
      <p:sp>
        <p:nvSpPr>
          <p:cNvPr id="13" name="Rectangle 12">
            <a:extLst>
              <a:ext uri="{FF2B5EF4-FFF2-40B4-BE49-F238E27FC236}">
                <a16:creationId xmlns:a16="http://schemas.microsoft.com/office/drawing/2014/main" id="{86CC0189-D68E-B4BC-392C-292714C25AE1}"/>
              </a:ext>
            </a:extLst>
          </p:cNvPr>
          <p:cNvSpPr/>
          <p:nvPr/>
        </p:nvSpPr>
        <p:spPr>
          <a:xfrm>
            <a:off x="3988014" y="2143847"/>
            <a:ext cx="776086" cy="745349"/>
          </a:xfrm>
          <a:prstGeom prst="rect">
            <a:avLst/>
          </a:prstGeom>
          <a:noFill/>
          <a:ln w="34925" cap="flat" cmpd="sng" algn="ctr">
            <a:solidFill>
              <a:srgbClr val="FF000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GB" sz="1200" b="0" i="0" u="none" strike="noStrike" kern="0" cap="none" spc="0" normalizeH="0" baseline="0" noProof="0" dirty="0" err="1">
              <a:ln>
                <a:solidFill>
                  <a:srgbClr val="FF0000"/>
                </a:solidFill>
              </a:ln>
              <a:solidFill>
                <a:srgbClr val="FF0000"/>
              </a:solidFill>
              <a:effectLst/>
              <a:uLnTx/>
              <a:uFillTx/>
              <a:latin typeface="Tahoma"/>
              <a:ea typeface="+mn-ea"/>
              <a:cs typeface="Tahoma" pitchFamily="34" charset="0"/>
            </a:endParaRPr>
          </a:p>
        </p:txBody>
      </p:sp>
      <p:pic>
        <p:nvPicPr>
          <p:cNvPr id="16" name="Picture 15">
            <a:extLst>
              <a:ext uri="{FF2B5EF4-FFF2-40B4-BE49-F238E27FC236}">
                <a16:creationId xmlns:a16="http://schemas.microsoft.com/office/drawing/2014/main" id="{95CA9237-005E-E06E-8825-7CB4A1F2ABA2}"/>
              </a:ext>
            </a:extLst>
          </p:cNvPr>
          <p:cNvPicPr>
            <a:picLocks noChangeAspect="1"/>
          </p:cNvPicPr>
          <p:nvPr/>
        </p:nvPicPr>
        <p:blipFill>
          <a:blip r:embed="rId4"/>
          <a:stretch>
            <a:fillRect/>
          </a:stretch>
        </p:blipFill>
        <p:spPr>
          <a:xfrm>
            <a:off x="6483896" y="1547445"/>
            <a:ext cx="2045727" cy="2045727"/>
          </a:xfrm>
          <a:prstGeom prst="rect">
            <a:avLst/>
          </a:prstGeom>
        </p:spPr>
      </p:pic>
      <p:cxnSp>
        <p:nvCxnSpPr>
          <p:cNvPr id="20" name="Straight Arrow Connector 19">
            <a:extLst>
              <a:ext uri="{FF2B5EF4-FFF2-40B4-BE49-F238E27FC236}">
                <a16:creationId xmlns:a16="http://schemas.microsoft.com/office/drawing/2014/main" id="{AAB6AA5A-4B79-E2BF-23E4-879F9B9A3B84}"/>
              </a:ext>
            </a:extLst>
          </p:cNvPr>
          <p:cNvCxnSpPr>
            <a:cxnSpLocks/>
          </p:cNvCxnSpPr>
          <p:nvPr/>
        </p:nvCxnSpPr>
        <p:spPr>
          <a:xfrm flipV="1">
            <a:off x="3173652" y="2585885"/>
            <a:ext cx="455342" cy="1"/>
          </a:xfrm>
          <a:prstGeom prst="straightConnector1">
            <a:avLst/>
          </a:prstGeom>
          <a:noFill/>
          <a:ln w="28575" cap="rnd" cmpd="sng" algn="ctr">
            <a:solidFill>
              <a:srgbClr val="FF0000"/>
            </a:solidFill>
            <a:prstDash val="sysDot"/>
            <a:round/>
            <a:tailEnd type="triangle"/>
          </a:ln>
          <a:effectLst/>
        </p:spPr>
      </p:cxnSp>
      <p:cxnSp>
        <p:nvCxnSpPr>
          <p:cNvPr id="21" name="Straight Arrow Connector 20">
            <a:extLst>
              <a:ext uri="{FF2B5EF4-FFF2-40B4-BE49-F238E27FC236}">
                <a16:creationId xmlns:a16="http://schemas.microsoft.com/office/drawing/2014/main" id="{1C046112-E97C-C1F3-8003-150597225DBA}"/>
              </a:ext>
            </a:extLst>
          </p:cNvPr>
          <p:cNvCxnSpPr/>
          <p:nvPr/>
        </p:nvCxnSpPr>
        <p:spPr>
          <a:xfrm flipV="1">
            <a:off x="5912488" y="2585887"/>
            <a:ext cx="455342" cy="1"/>
          </a:xfrm>
          <a:prstGeom prst="straightConnector1">
            <a:avLst/>
          </a:prstGeom>
          <a:noFill/>
          <a:ln w="28575" cap="rnd" cmpd="sng" algn="ctr">
            <a:solidFill>
              <a:srgbClr val="FF0000"/>
            </a:solidFill>
            <a:prstDash val="sysDot"/>
            <a:round/>
            <a:tailEnd type="triangle"/>
          </a:ln>
          <a:effectLst/>
        </p:spPr>
      </p:cxnSp>
    </p:spTree>
    <p:extLst>
      <p:ext uri="{BB962C8B-B14F-4D97-AF65-F5344CB8AC3E}">
        <p14:creationId xmlns:p14="http://schemas.microsoft.com/office/powerpoint/2010/main" val="197058167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1. Results - 1 sample, environment noise off, database training</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5</a:t>
            </a:fld>
            <a:endParaRPr lang="en-US"/>
          </a:p>
        </p:txBody>
      </p:sp>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5471032" y="774807"/>
            <a:ext cx="3465370"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pPr>
            <a:r>
              <a:rPr lang="pl-PL" dirty="0">
                <a:solidFill>
                  <a:srgbClr val="000000"/>
                </a:solidFill>
              </a:rPr>
              <a:t>Training is done through 2D convolutional autoencoder. 4 layers in encoder and 4 layers in decoder. Loss function is Mean Squeared Error and optimizer is Adam.</a:t>
            </a:r>
          </a:p>
          <a:p>
            <a:pPr>
              <a:spcBef>
                <a:spcPts val="600"/>
              </a:spcBef>
            </a:pPr>
            <a:r>
              <a:rPr lang="pl-PL" dirty="0">
                <a:solidFill>
                  <a:srgbClr val="000000"/>
                </a:solidFill>
              </a:rPr>
              <a:t>OK data is divided into test and train. Test data is never presented to optimizer during training.</a:t>
            </a:r>
          </a:p>
          <a:p>
            <a:pPr>
              <a:spcBef>
                <a:spcPts val="600"/>
              </a:spcBef>
            </a:pPr>
            <a:r>
              <a:rPr lang="pl-PL" dirty="0">
                <a:solidFill>
                  <a:srgbClr val="000000"/>
                </a:solidFill>
              </a:rPr>
              <a:t>NOK data is never presented to optimizer.</a:t>
            </a:r>
          </a:p>
          <a:p>
            <a:pPr>
              <a:spcBef>
                <a:spcPts val="600"/>
              </a:spcBef>
            </a:pPr>
            <a:r>
              <a:rPr lang="pl-PL" dirty="0">
                <a:solidFill>
                  <a:srgbClr val="000000"/>
                </a:solidFill>
              </a:rPr>
              <a:t>We expect that after the training there is going to be a direct threshold value that can be used to divide NOK data from OK, but test and train subsets will have similar values.</a:t>
            </a:r>
          </a:p>
          <a:p>
            <a:pPr>
              <a:spcBef>
                <a:spcPts val="600"/>
              </a:spcBef>
            </a:pPr>
            <a:r>
              <a:rPr lang="pl-PL" dirty="0">
                <a:solidFill>
                  <a:srgbClr val="000000"/>
                </a:solidFill>
              </a:rPr>
              <a:t>That assumption is passed in given example.</a:t>
            </a:r>
          </a:p>
        </p:txBody>
      </p:sp>
      <p:pic>
        <p:nvPicPr>
          <p:cNvPr id="3" name="Picture 2">
            <a:extLst>
              <a:ext uri="{FF2B5EF4-FFF2-40B4-BE49-F238E27FC236}">
                <a16:creationId xmlns:a16="http://schemas.microsoft.com/office/drawing/2014/main" id="{F1E15A2A-5317-D262-8D65-76511CF4BC0F}"/>
              </a:ext>
            </a:extLst>
          </p:cNvPr>
          <p:cNvPicPr>
            <a:picLocks noChangeAspect="1"/>
          </p:cNvPicPr>
          <p:nvPr/>
        </p:nvPicPr>
        <p:blipFill>
          <a:blip r:embed="rId2"/>
          <a:stretch>
            <a:fillRect/>
          </a:stretch>
        </p:blipFill>
        <p:spPr>
          <a:xfrm>
            <a:off x="648540" y="952389"/>
            <a:ext cx="4473630" cy="3238722"/>
          </a:xfrm>
          <a:prstGeom prst="rect">
            <a:avLst/>
          </a:prstGeom>
        </p:spPr>
      </p:pic>
    </p:spTree>
    <p:extLst>
      <p:ext uri="{BB962C8B-B14F-4D97-AF65-F5344CB8AC3E}">
        <p14:creationId xmlns:p14="http://schemas.microsoft.com/office/powerpoint/2010/main" val="414647105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fontScale="90000"/>
          </a:bodyPr>
          <a:lstStyle/>
          <a:p>
            <a:r>
              <a:rPr lang="pl-PL" altLang="zh-CN" dirty="0"/>
              <a:t>1. Results - 1 sample, environment noise off, constant surveillance</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6</a:t>
            </a:fld>
            <a:endParaRPr lang="en-US"/>
          </a:p>
        </p:txBody>
      </p:sp>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5471032" y="774807"/>
            <a:ext cx="3465370"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pl-PL" dirty="0">
                <a:solidFill>
                  <a:srgbClr val="000000"/>
                </a:solidFill>
              </a:rPr>
              <a:t>Since we do not have rpm or trigger event information we need to have constant measurment over time to verify if our test is in OK metrics.</a:t>
            </a:r>
          </a:p>
          <a:p>
            <a:r>
              <a:rPr lang="pl-PL" dirty="0">
                <a:solidFill>
                  <a:srgbClr val="000000"/>
                </a:solidFill>
              </a:rPr>
              <a:t>We can see on the left that NOK data for apply is much higher than 500 threshold obtained by the OK data set.</a:t>
            </a:r>
          </a:p>
          <a:p>
            <a:endParaRPr lang="pl-PL" dirty="0">
              <a:solidFill>
                <a:srgbClr val="000000"/>
              </a:solidFill>
            </a:endParaRPr>
          </a:p>
          <a:p>
            <a:r>
              <a:rPr lang="pl-PL" dirty="0">
                <a:solidFill>
                  <a:srgbClr val="000000"/>
                </a:solidFill>
              </a:rPr>
              <a:t>Similar training we can create for release step and apply lower value of both during each step. </a:t>
            </a:r>
          </a:p>
          <a:p>
            <a:endParaRPr lang="pl-PL" dirty="0">
              <a:solidFill>
                <a:srgbClr val="000000"/>
              </a:solidFill>
            </a:endParaRPr>
          </a:p>
          <a:p>
            <a:r>
              <a:rPr lang="pl-PL" dirty="0">
                <a:solidFill>
                  <a:srgbClr val="000000"/>
                </a:solidFill>
              </a:rPr>
              <a:t>In this example that would not be necessary, the division between ok and nok is obtained.</a:t>
            </a:r>
          </a:p>
        </p:txBody>
      </p:sp>
      <p:pic>
        <p:nvPicPr>
          <p:cNvPr id="4" name="Picture 3">
            <a:extLst>
              <a:ext uri="{FF2B5EF4-FFF2-40B4-BE49-F238E27FC236}">
                <a16:creationId xmlns:a16="http://schemas.microsoft.com/office/drawing/2014/main" id="{FE33BACE-3536-1164-04C6-F2124EB3B6C1}"/>
              </a:ext>
            </a:extLst>
          </p:cNvPr>
          <p:cNvPicPr>
            <a:picLocks noChangeAspect="1"/>
          </p:cNvPicPr>
          <p:nvPr/>
        </p:nvPicPr>
        <p:blipFill>
          <a:blip r:embed="rId2"/>
          <a:stretch>
            <a:fillRect/>
          </a:stretch>
        </p:blipFill>
        <p:spPr>
          <a:xfrm>
            <a:off x="454245" y="514482"/>
            <a:ext cx="4558435" cy="2074126"/>
          </a:xfrm>
          <a:prstGeom prst="rect">
            <a:avLst/>
          </a:prstGeom>
        </p:spPr>
      </p:pic>
      <p:pic>
        <p:nvPicPr>
          <p:cNvPr id="7" name="Picture 6">
            <a:extLst>
              <a:ext uri="{FF2B5EF4-FFF2-40B4-BE49-F238E27FC236}">
                <a16:creationId xmlns:a16="http://schemas.microsoft.com/office/drawing/2014/main" id="{F77EFE0E-3450-AC4C-E3E1-6C75F7455E78}"/>
              </a:ext>
            </a:extLst>
          </p:cNvPr>
          <p:cNvPicPr>
            <a:picLocks noChangeAspect="1"/>
          </p:cNvPicPr>
          <p:nvPr/>
        </p:nvPicPr>
        <p:blipFill>
          <a:blip r:embed="rId3"/>
          <a:stretch>
            <a:fillRect/>
          </a:stretch>
        </p:blipFill>
        <p:spPr>
          <a:xfrm>
            <a:off x="440680" y="2587117"/>
            <a:ext cx="4572000" cy="2069757"/>
          </a:xfrm>
          <a:prstGeom prst="rect">
            <a:avLst/>
          </a:prstGeom>
        </p:spPr>
      </p:pic>
      <p:cxnSp>
        <p:nvCxnSpPr>
          <p:cNvPr id="9" name="Straight Connector 8">
            <a:extLst>
              <a:ext uri="{FF2B5EF4-FFF2-40B4-BE49-F238E27FC236}">
                <a16:creationId xmlns:a16="http://schemas.microsoft.com/office/drawing/2014/main" id="{96C4255D-CC27-C9B5-FEB4-D545DFD15449}"/>
              </a:ext>
            </a:extLst>
          </p:cNvPr>
          <p:cNvCxnSpPr/>
          <p:nvPr/>
        </p:nvCxnSpPr>
        <p:spPr>
          <a:xfrm>
            <a:off x="660827" y="1160289"/>
            <a:ext cx="4280007" cy="0"/>
          </a:xfrm>
          <a:prstGeom prst="line">
            <a:avLst/>
          </a:prstGeom>
          <a:noFill/>
          <a:ln w="28575" cap="rnd" cmpd="sng" algn="ctr">
            <a:solidFill>
              <a:srgbClr val="00ABE7"/>
            </a:solidFill>
            <a:prstDash val="sysDot"/>
            <a:round/>
          </a:ln>
          <a:effectLst/>
        </p:spPr>
      </p:cxnSp>
      <p:cxnSp>
        <p:nvCxnSpPr>
          <p:cNvPr id="10" name="Straight Connector 9">
            <a:extLst>
              <a:ext uri="{FF2B5EF4-FFF2-40B4-BE49-F238E27FC236}">
                <a16:creationId xmlns:a16="http://schemas.microsoft.com/office/drawing/2014/main" id="{9E1C2378-0540-C557-2C46-93528A32B37E}"/>
              </a:ext>
            </a:extLst>
          </p:cNvPr>
          <p:cNvCxnSpPr/>
          <p:nvPr/>
        </p:nvCxnSpPr>
        <p:spPr>
          <a:xfrm>
            <a:off x="660827" y="2849495"/>
            <a:ext cx="4280007" cy="0"/>
          </a:xfrm>
          <a:prstGeom prst="line">
            <a:avLst/>
          </a:prstGeom>
          <a:noFill/>
          <a:ln w="28575" cap="rnd" cmpd="sng" algn="ctr">
            <a:solidFill>
              <a:srgbClr val="00ABE7"/>
            </a:solidFill>
            <a:prstDash val="sysDot"/>
            <a:round/>
          </a:ln>
          <a:effectLst/>
        </p:spPr>
      </p:cxnSp>
    </p:spTree>
    <p:extLst>
      <p:ext uri="{BB962C8B-B14F-4D97-AF65-F5344CB8AC3E}">
        <p14:creationId xmlns:p14="http://schemas.microsoft.com/office/powerpoint/2010/main" val="53475892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DE01C-B0BE-FB06-9BE9-2896A671B2A9}"/>
              </a:ext>
            </a:extLst>
          </p:cNvPr>
          <p:cNvSpPr>
            <a:spLocks noGrp="1"/>
          </p:cNvSpPr>
          <p:nvPr>
            <p:ph type="title"/>
          </p:nvPr>
        </p:nvSpPr>
        <p:spPr>
          <a:xfrm>
            <a:off x="359999" y="2192762"/>
            <a:ext cx="8424001" cy="593817"/>
          </a:xfrm>
        </p:spPr>
        <p:txBody>
          <a:bodyPr lIns="36000" tIns="36000" rIns="36000" bIns="36000"/>
          <a:lstStyle/>
          <a:p>
            <a:pPr algn="ctr"/>
            <a:r>
              <a:rPr lang="pl-PL" altLang="zh-CN" sz="3200" dirty="0"/>
              <a:t>1 sample, environment noise on</a:t>
            </a:r>
            <a:endParaRPr lang="en-GB" sz="3200" dirty="0"/>
          </a:p>
        </p:txBody>
      </p:sp>
      <p:sp>
        <p:nvSpPr>
          <p:cNvPr id="3" name="Footer Placeholder 2">
            <a:extLst>
              <a:ext uri="{FF2B5EF4-FFF2-40B4-BE49-F238E27FC236}">
                <a16:creationId xmlns:a16="http://schemas.microsoft.com/office/drawing/2014/main" id="{55EE606E-07CB-407A-8EC9-E852BC2E6E7E}"/>
              </a:ext>
            </a:extLst>
          </p:cNvPr>
          <p:cNvSpPr>
            <a:spLocks noGrp="1"/>
          </p:cNvSpPr>
          <p:nvPr>
            <p:ph type="ftr" sz="quarter" idx="10"/>
          </p:nvPr>
        </p:nvSpPr>
        <p:spPr/>
        <p:txBody>
          <a:bodyPr/>
          <a:lstStyle/>
          <a:p>
            <a:pPr>
              <a:lnSpc>
                <a:spcPts val="800"/>
              </a:lnSpc>
            </a:pPr>
            <a:endParaRPr lang="en-US"/>
          </a:p>
        </p:txBody>
      </p:sp>
      <p:sp>
        <p:nvSpPr>
          <p:cNvPr id="4" name="Slide Number Placeholder 3">
            <a:extLst>
              <a:ext uri="{FF2B5EF4-FFF2-40B4-BE49-F238E27FC236}">
                <a16:creationId xmlns:a16="http://schemas.microsoft.com/office/drawing/2014/main" id="{24288D88-821A-3B21-56A0-91F8E4408C93}"/>
              </a:ext>
            </a:extLst>
          </p:cNvPr>
          <p:cNvSpPr>
            <a:spLocks noGrp="1"/>
          </p:cNvSpPr>
          <p:nvPr>
            <p:ph type="sldNum" sz="quarter" idx="11"/>
          </p:nvPr>
        </p:nvSpPr>
        <p:spPr/>
        <p:txBody>
          <a:bodyPr/>
          <a:lstStyle/>
          <a:p>
            <a:pPr>
              <a:lnSpc>
                <a:spcPts val="800"/>
              </a:lnSpc>
            </a:pPr>
            <a:fld id="{D985BC7C-F6A2-4FED-9217-735A5E10A319}" type="slidenum">
              <a:rPr lang="en-US" smtClean="0"/>
              <a:pPr>
                <a:lnSpc>
                  <a:spcPts val="800"/>
                </a:lnSpc>
              </a:pPr>
              <a:t>7</a:t>
            </a:fld>
            <a:endParaRPr lang="en-US"/>
          </a:p>
        </p:txBody>
      </p:sp>
    </p:spTree>
    <p:extLst>
      <p:ext uri="{BB962C8B-B14F-4D97-AF65-F5344CB8AC3E}">
        <p14:creationId xmlns:p14="http://schemas.microsoft.com/office/powerpoint/2010/main" val="145538544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2. Results - 1 sample, environment noise ON, database creation</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8</a:t>
            </a:fld>
            <a:endParaRPr lang="en-US"/>
          </a:p>
        </p:txBody>
      </p:sp>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452078" y="674915"/>
            <a:ext cx="8484324" cy="3964961"/>
          </a:xfrm>
          <a:prstGeom prst="rect">
            <a:avLst/>
          </a:prstGeom>
        </p:spPr>
        <p:txBody>
          <a:bodyPr>
            <a:normAutofit lnSpcReduction="10000"/>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u="sng" dirty="0">
                <a:solidFill>
                  <a:srgbClr val="000000"/>
                </a:solidFill>
              </a:rPr>
              <a:t>Noise present in the data prevents usage of previous method</a:t>
            </a:r>
            <a:r>
              <a:rPr lang="pl-PL" dirty="0">
                <a:solidFill>
                  <a:srgbClr val="000000"/>
                </a:solidFill>
              </a:rPr>
              <a:t>. For noisy data another approach was developed.</a:t>
            </a: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r>
              <a:rPr lang="pl-PL" dirty="0">
                <a:solidFill>
                  <a:srgbClr val="000000"/>
                </a:solidFill>
              </a:rPr>
              <a:t>Abnormal noise have visible differences in initial moments of release phase. Probably metalic object is hiting another creating instance of noice visible in high frequencies, outside of ambient noise created by the anechoric chamber. I will use that phenomena for further analysis.</a:t>
            </a: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pic>
        <p:nvPicPr>
          <p:cNvPr id="3" name="Picture 2">
            <a:extLst>
              <a:ext uri="{FF2B5EF4-FFF2-40B4-BE49-F238E27FC236}">
                <a16:creationId xmlns:a16="http://schemas.microsoft.com/office/drawing/2014/main" id="{AEC73417-E0F3-497D-FF09-5D8F9A6FCFE2}"/>
              </a:ext>
            </a:extLst>
          </p:cNvPr>
          <p:cNvPicPr>
            <a:picLocks noChangeAspect="1"/>
          </p:cNvPicPr>
          <p:nvPr/>
        </p:nvPicPr>
        <p:blipFill>
          <a:blip r:embed="rId2"/>
          <a:stretch>
            <a:fillRect/>
          </a:stretch>
        </p:blipFill>
        <p:spPr>
          <a:xfrm>
            <a:off x="452078" y="1070983"/>
            <a:ext cx="3943653" cy="2217784"/>
          </a:xfrm>
          <a:prstGeom prst="rect">
            <a:avLst/>
          </a:prstGeom>
        </p:spPr>
      </p:pic>
      <p:pic>
        <p:nvPicPr>
          <p:cNvPr id="8" name="Picture 7">
            <a:extLst>
              <a:ext uri="{FF2B5EF4-FFF2-40B4-BE49-F238E27FC236}">
                <a16:creationId xmlns:a16="http://schemas.microsoft.com/office/drawing/2014/main" id="{513DC210-01A1-EFC7-29EE-20D11DDCD494}"/>
              </a:ext>
            </a:extLst>
          </p:cNvPr>
          <p:cNvPicPr>
            <a:picLocks noChangeAspect="1"/>
          </p:cNvPicPr>
          <p:nvPr/>
        </p:nvPicPr>
        <p:blipFill>
          <a:blip r:embed="rId3"/>
          <a:stretch>
            <a:fillRect/>
          </a:stretch>
        </p:blipFill>
        <p:spPr>
          <a:xfrm>
            <a:off x="5088994" y="1070983"/>
            <a:ext cx="3410395" cy="2262452"/>
          </a:xfrm>
          <a:prstGeom prst="rect">
            <a:avLst/>
          </a:prstGeom>
        </p:spPr>
      </p:pic>
      <p:sp>
        <p:nvSpPr>
          <p:cNvPr id="10" name="Rectangle 9">
            <a:extLst>
              <a:ext uri="{FF2B5EF4-FFF2-40B4-BE49-F238E27FC236}">
                <a16:creationId xmlns:a16="http://schemas.microsoft.com/office/drawing/2014/main" id="{379FE86B-842B-C909-8DBD-959E37B6DCE9}"/>
              </a:ext>
            </a:extLst>
          </p:cNvPr>
          <p:cNvSpPr/>
          <p:nvPr/>
        </p:nvSpPr>
        <p:spPr>
          <a:xfrm>
            <a:off x="3539391" y="2202209"/>
            <a:ext cx="856340" cy="1086558"/>
          </a:xfrm>
          <a:prstGeom prst="rect">
            <a:avLst/>
          </a:prstGeom>
          <a:noFill/>
          <a:ln w="63500" cap="flat" cmpd="sng" algn="ctr">
            <a:solidFill>
              <a:srgbClr val="00B05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GB" sz="1200" b="0" i="0" u="none" strike="noStrike" kern="0" cap="none" spc="0" normalizeH="0" baseline="0" noProof="0" dirty="0" err="1">
              <a:ln>
                <a:noFill/>
              </a:ln>
              <a:solidFill>
                <a:srgbClr val="000000"/>
              </a:solidFill>
              <a:effectLst/>
              <a:uLnTx/>
              <a:uFillTx/>
              <a:latin typeface="Tahoma"/>
              <a:ea typeface="+mn-ea"/>
              <a:cs typeface="Tahoma" pitchFamily="34" charset="0"/>
            </a:endParaRPr>
          </a:p>
        </p:txBody>
      </p:sp>
      <p:sp>
        <p:nvSpPr>
          <p:cNvPr id="12" name="Rectangle 11">
            <a:extLst>
              <a:ext uri="{FF2B5EF4-FFF2-40B4-BE49-F238E27FC236}">
                <a16:creationId xmlns:a16="http://schemas.microsoft.com/office/drawing/2014/main" id="{6666346C-B11C-9D70-0344-23369C94D5C4}"/>
              </a:ext>
            </a:extLst>
          </p:cNvPr>
          <p:cNvSpPr/>
          <p:nvPr/>
        </p:nvSpPr>
        <p:spPr>
          <a:xfrm>
            <a:off x="7652073" y="2246877"/>
            <a:ext cx="856340" cy="1086558"/>
          </a:xfrm>
          <a:prstGeom prst="rect">
            <a:avLst/>
          </a:prstGeom>
          <a:noFill/>
          <a:ln w="63500" cap="flat" cmpd="sng" algn="ctr">
            <a:solidFill>
              <a:srgbClr val="00B05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GB" sz="1200" b="0" i="0" u="none" strike="noStrike" kern="0" cap="none" spc="0" normalizeH="0" baseline="0" noProof="0" dirty="0" err="1">
              <a:ln>
                <a:noFill/>
              </a:ln>
              <a:solidFill>
                <a:srgbClr val="000000"/>
              </a:solidFill>
              <a:effectLst/>
              <a:uLnTx/>
              <a:uFillTx/>
              <a:latin typeface="Tahoma"/>
              <a:ea typeface="+mn-ea"/>
              <a:cs typeface="Tahoma" pitchFamily="34" charset="0"/>
            </a:endParaRPr>
          </a:p>
        </p:txBody>
      </p:sp>
      <p:cxnSp>
        <p:nvCxnSpPr>
          <p:cNvPr id="19" name="Straight Arrow Connector 18">
            <a:extLst>
              <a:ext uri="{FF2B5EF4-FFF2-40B4-BE49-F238E27FC236}">
                <a16:creationId xmlns:a16="http://schemas.microsoft.com/office/drawing/2014/main" id="{BF4BB008-B62F-AF28-46A5-1E6D8865EAFA}"/>
              </a:ext>
            </a:extLst>
          </p:cNvPr>
          <p:cNvCxnSpPr>
            <a:cxnSpLocks/>
            <a:stCxn id="22" idx="3"/>
          </p:cNvCxnSpPr>
          <p:nvPr/>
        </p:nvCxnSpPr>
        <p:spPr>
          <a:xfrm flipV="1">
            <a:off x="6854798" y="2896881"/>
            <a:ext cx="952180" cy="807475"/>
          </a:xfrm>
          <a:prstGeom prst="straightConnector1">
            <a:avLst/>
          </a:prstGeom>
          <a:noFill/>
          <a:ln w="28575" cap="rnd" cmpd="sng" algn="ctr">
            <a:solidFill>
              <a:srgbClr val="00ABE7"/>
            </a:solidFill>
            <a:prstDash val="sysDot"/>
            <a:round/>
            <a:tailEnd type="triangle"/>
          </a:ln>
          <a:effectLst/>
        </p:spPr>
      </p:cxnSp>
      <p:sp>
        <p:nvSpPr>
          <p:cNvPr id="22" name="TextBox 21">
            <a:extLst>
              <a:ext uri="{FF2B5EF4-FFF2-40B4-BE49-F238E27FC236}">
                <a16:creationId xmlns:a16="http://schemas.microsoft.com/office/drawing/2014/main" id="{4C9C2374-BE33-CF5E-6A73-1325448DF02A}"/>
              </a:ext>
            </a:extLst>
          </p:cNvPr>
          <p:cNvSpPr txBox="1"/>
          <p:nvPr/>
        </p:nvSpPr>
        <p:spPr>
          <a:xfrm>
            <a:off x="4434327" y="3483338"/>
            <a:ext cx="2420471" cy="442035"/>
          </a:xfrm>
          <a:prstGeom prst="rect">
            <a:avLst/>
          </a:prstGeom>
        </p:spPr>
        <p:style>
          <a:lnRef idx="2">
            <a:schemeClr val="accent2"/>
          </a:lnRef>
          <a:fillRef idx="1">
            <a:schemeClr val="lt1"/>
          </a:fillRef>
          <a:effectRef idx="0">
            <a:schemeClr val="accent2"/>
          </a:effectRef>
          <a:fontRef idx="minor">
            <a:schemeClr val="dk1"/>
          </a:fontRef>
        </p:style>
        <p:txBody>
          <a:bodyPr wrap="square" lIns="36000" tIns="36000" rIns="108000" bIns="36000" rtlCol="0">
            <a:spAutoFit/>
          </a:bodyPr>
          <a:lstStyle/>
          <a:p>
            <a:pPr marL="0" marR="0" indent="0" algn="r"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Visible differences in frequencies 4kHz to 8kHz</a:t>
            </a:r>
            <a:endParaRPr kumimoji="0" lang="en-GB" sz="1200" b="0" i="0" u="none" strike="noStrike" kern="0" cap="none" spc="0" normalizeH="0" baseline="0" noProof="0" dirty="0">
              <a:ln>
                <a:noFill/>
              </a:ln>
              <a:solidFill>
                <a:srgbClr val="000000"/>
              </a:solidFill>
              <a:effectLst/>
              <a:uLnTx/>
              <a:uFillTx/>
            </a:endParaRPr>
          </a:p>
        </p:txBody>
      </p:sp>
      <p:sp>
        <p:nvSpPr>
          <p:cNvPr id="24" name="Rectangle 23">
            <a:extLst>
              <a:ext uri="{FF2B5EF4-FFF2-40B4-BE49-F238E27FC236}">
                <a16:creationId xmlns:a16="http://schemas.microsoft.com/office/drawing/2014/main" id="{4CC3BC70-A1B2-0024-F902-9E306F51A6EA}"/>
              </a:ext>
            </a:extLst>
          </p:cNvPr>
          <p:cNvSpPr/>
          <p:nvPr/>
        </p:nvSpPr>
        <p:spPr>
          <a:xfrm>
            <a:off x="1337022" y="2192032"/>
            <a:ext cx="856340" cy="1086558"/>
          </a:xfrm>
          <a:prstGeom prst="rect">
            <a:avLst/>
          </a:prstGeom>
          <a:noFill/>
          <a:ln w="63500" cap="flat" cmpd="sng" algn="ctr">
            <a:solidFill>
              <a:srgbClr val="0070C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GB" sz="1200" b="0" i="0" u="none" strike="noStrike" kern="0" cap="none" spc="0" normalizeH="0" baseline="0" noProof="0" dirty="0" err="1">
              <a:ln>
                <a:noFill/>
              </a:ln>
              <a:solidFill>
                <a:srgbClr val="000000"/>
              </a:solidFill>
              <a:effectLst/>
              <a:uLnTx/>
              <a:uFillTx/>
              <a:latin typeface="Tahoma"/>
              <a:ea typeface="+mn-ea"/>
              <a:cs typeface="Tahoma" pitchFamily="34" charset="0"/>
            </a:endParaRPr>
          </a:p>
        </p:txBody>
      </p:sp>
      <p:sp>
        <p:nvSpPr>
          <p:cNvPr id="25" name="Rectangle 24">
            <a:extLst>
              <a:ext uri="{FF2B5EF4-FFF2-40B4-BE49-F238E27FC236}">
                <a16:creationId xmlns:a16="http://schemas.microsoft.com/office/drawing/2014/main" id="{5D75B1D4-F078-4617-A9BC-2C0B973A587F}"/>
              </a:ext>
            </a:extLst>
          </p:cNvPr>
          <p:cNvSpPr/>
          <p:nvPr/>
        </p:nvSpPr>
        <p:spPr>
          <a:xfrm>
            <a:off x="5599821" y="2246877"/>
            <a:ext cx="856340" cy="1086558"/>
          </a:xfrm>
          <a:prstGeom prst="rect">
            <a:avLst/>
          </a:prstGeom>
          <a:noFill/>
          <a:ln w="63500" cap="flat" cmpd="sng" algn="ctr">
            <a:solidFill>
              <a:srgbClr val="0070C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GB" sz="1200" b="0" i="0" u="none" strike="noStrike" kern="0" cap="none" spc="0" normalizeH="0" baseline="0" noProof="0" dirty="0" err="1">
              <a:ln>
                <a:noFill/>
              </a:ln>
              <a:solidFill>
                <a:srgbClr val="000000"/>
              </a:solidFill>
              <a:effectLst/>
              <a:uLnTx/>
              <a:uFillTx/>
              <a:latin typeface="Tahoma"/>
              <a:ea typeface="+mn-ea"/>
              <a:cs typeface="Tahoma" pitchFamily="34" charset="0"/>
            </a:endParaRPr>
          </a:p>
        </p:txBody>
      </p:sp>
      <p:sp>
        <p:nvSpPr>
          <p:cNvPr id="26" name="TextBox 25">
            <a:extLst>
              <a:ext uri="{FF2B5EF4-FFF2-40B4-BE49-F238E27FC236}">
                <a16:creationId xmlns:a16="http://schemas.microsoft.com/office/drawing/2014/main" id="{848C96C0-BFFC-A1A1-4667-EEB5B5576494}"/>
              </a:ext>
            </a:extLst>
          </p:cNvPr>
          <p:cNvSpPr txBox="1"/>
          <p:nvPr/>
        </p:nvSpPr>
        <p:spPr>
          <a:xfrm>
            <a:off x="452078" y="3533272"/>
            <a:ext cx="1029334" cy="257369"/>
          </a:xfrm>
          <a:prstGeom prst="rect">
            <a:avLst/>
          </a:prstGeom>
        </p:spPr>
        <p:style>
          <a:lnRef idx="2">
            <a:schemeClr val="accent2"/>
          </a:lnRef>
          <a:fillRef idx="1">
            <a:schemeClr val="lt1"/>
          </a:fillRef>
          <a:effectRef idx="0">
            <a:schemeClr val="accent2"/>
          </a:effectRef>
          <a:fontRef idx="minor">
            <a:schemeClr val="dk1"/>
          </a:fontRef>
        </p:style>
        <p:txBody>
          <a:bodyPr wrap="square" lIns="36000" tIns="36000" rIns="108000" bIns="36000" rtlCol="0">
            <a:spAutoFit/>
          </a:bodyPr>
          <a:lstStyle/>
          <a:p>
            <a:pPr marL="0" marR="0" indent="0" algn="r"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Apply phase</a:t>
            </a:r>
            <a:endParaRPr kumimoji="0" lang="en-GB" sz="1200" b="0" i="0" u="none" strike="noStrike" kern="0" cap="none" spc="0" normalizeH="0" baseline="0" noProof="0" dirty="0">
              <a:ln>
                <a:noFill/>
              </a:ln>
              <a:solidFill>
                <a:srgbClr val="000000"/>
              </a:solidFill>
              <a:effectLst/>
              <a:uLnTx/>
              <a:uFillTx/>
            </a:endParaRPr>
          </a:p>
        </p:txBody>
      </p:sp>
      <p:cxnSp>
        <p:nvCxnSpPr>
          <p:cNvPr id="27" name="Straight Arrow Connector 26">
            <a:extLst>
              <a:ext uri="{FF2B5EF4-FFF2-40B4-BE49-F238E27FC236}">
                <a16:creationId xmlns:a16="http://schemas.microsoft.com/office/drawing/2014/main" id="{A2D162FC-CF30-13EB-B80C-E5910ED4F1D9}"/>
              </a:ext>
            </a:extLst>
          </p:cNvPr>
          <p:cNvCxnSpPr>
            <a:cxnSpLocks/>
            <a:stCxn id="26" idx="3"/>
          </p:cNvCxnSpPr>
          <p:nvPr/>
        </p:nvCxnSpPr>
        <p:spPr>
          <a:xfrm flipV="1">
            <a:off x="1481412" y="3313426"/>
            <a:ext cx="292399" cy="348531"/>
          </a:xfrm>
          <a:prstGeom prst="straightConnector1">
            <a:avLst/>
          </a:prstGeom>
          <a:noFill/>
          <a:ln w="28575" cap="rnd" cmpd="sng" algn="ctr">
            <a:solidFill>
              <a:srgbClr val="00ABE7"/>
            </a:solidFill>
            <a:prstDash val="sysDot"/>
            <a:round/>
            <a:tailEnd type="triangle"/>
          </a:ln>
          <a:effectLst/>
        </p:spPr>
      </p:cxnSp>
      <p:sp>
        <p:nvSpPr>
          <p:cNvPr id="30" name="TextBox 29">
            <a:extLst>
              <a:ext uri="{FF2B5EF4-FFF2-40B4-BE49-F238E27FC236}">
                <a16:creationId xmlns:a16="http://schemas.microsoft.com/office/drawing/2014/main" id="{2EABE607-09B5-05E1-6493-31B521314725}"/>
              </a:ext>
            </a:extLst>
          </p:cNvPr>
          <p:cNvSpPr txBox="1"/>
          <p:nvPr/>
        </p:nvSpPr>
        <p:spPr>
          <a:xfrm>
            <a:off x="2505123" y="3529955"/>
            <a:ext cx="1170395" cy="257369"/>
          </a:xfrm>
          <a:prstGeom prst="rect">
            <a:avLst/>
          </a:prstGeom>
        </p:spPr>
        <p:style>
          <a:lnRef idx="2">
            <a:schemeClr val="accent2"/>
          </a:lnRef>
          <a:fillRef idx="1">
            <a:schemeClr val="lt1"/>
          </a:fillRef>
          <a:effectRef idx="0">
            <a:schemeClr val="accent2"/>
          </a:effectRef>
          <a:fontRef idx="minor">
            <a:schemeClr val="dk1"/>
          </a:fontRef>
        </p:style>
        <p:txBody>
          <a:bodyPr wrap="square" lIns="36000" tIns="36000" rIns="108000" bIns="36000" rtlCol="0">
            <a:spAutoFit/>
          </a:bodyPr>
          <a:lstStyle/>
          <a:p>
            <a:pPr marL="0" marR="0" indent="0" algn="r"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Release</a:t>
            </a:r>
            <a:r>
              <a:rPr kumimoji="0" lang="pl-PL" sz="1200" b="0" i="0" u="none" strike="noStrike" kern="0" cap="none" spc="0" normalizeH="0" baseline="0" noProof="0" dirty="0">
                <a:ln>
                  <a:noFill/>
                </a:ln>
                <a:solidFill>
                  <a:srgbClr val="000000"/>
                </a:solidFill>
                <a:effectLst/>
                <a:uLnTx/>
                <a:uFillTx/>
              </a:rPr>
              <a:t> phase</a:t>
            </a:r>
            <a:endParaRPr kumimoji="0" lang="en-GB" sz="1200" b="0" i="0" u="none" strike="noStrike" kern="0" cap="none" spc="0" normalizeH="0" baseline="0" noProof="0" dirty="0">
              <a:ln>
                <a:noFill/>
              </a:ln>
              <a:solidFill>
                <a:srgbClr val="000000"/>
              </a:solidFill>
              <a:effectLst/>
              <a:uLnTx/>
              <a:uFillTx/>
            </a:endParaRPr>
          </a:p>
        </p:txBody>
      </p:sp>
      <p:cxnSp>
        <p:nvCxnSpPr>
          <p:cNvPr id="31" name="Straight Arrow Connector 30">
            <a:extLst>
              <a:ext uri="{FF2B5EF4-FFF2-40B4-BE49-F238E27FC236}">
                <a16:creationId xmlns:a16="http://schemas.microsoft.com/office/drawing/2014/main" id="{C63F198D-02A7-7512-4019-55A406ED377A}"/>
              </a:ext>
            </a:extLst>
          </p:cNvPr>
          <p:cNvCxnSpPr>
            <a:cxnSpLocks/>
            <a:stCxn id="30" idx="3"/>
          </p:cNvCxnSpPr>
          <p:nvPr/>
        </p:nvCxnSpPr>
        <p:spPr>
          <a:xfrm flipV="1">
            <a:off x="3675518" y="3310109"/>
            <a:ext cx="292399" cy="348531"/>
          </a:xfrm>
          <a:prstGeom prst="straightConnector1">
            <a:avLst/>
          </a:prstGeom>
          <a:noFill/>
          <a:ln w="28575" cap="rnd" cmpd="sng" algn="ctr">
            <a:solidFill>
              <a:srgbClr val="00ABE7"/>
            </a:solidFill>
            <a:prstDash val="sysDot"/>
            <a:round/>
            <a:tailEnd type="triangle"/>
          </a:ln>
          <a:effectLst/>
        </p:spPr>
      </p:cxnSp>
      <p:sp>
        <p:nvSpPr>
          <p:cNvPr id="10241" name="TextBox 10240">
            <a:extLst>
              <a:ext uri="{FF2B5EF4-FFF2-40B4-BE49-F238E27FC236}">
                <a16:creationId xmlns:a16="http://schemas.microsoft.com/office/drawing/2014/main" id="{B2D823A8-A47C-9CBF-D679-9D0D4BF79540}"/>
              </a:ext>
            </a:extLst>
          </p:cNvPr>
          <p:cNvSpPr txBox="1"/>
          <p:nvPr/>
        </p:nvSpPr>
        <p:spPr>
          <a:xfrm>
            <a:off x="6946215" y="1479840"/>
            <a:ext cx="1326912" cy="442035"/>
          </a:xfrm>
          <a:prstGeom prst="rect">
            <a:avLst/>
          </a:prstGeom>
        </p:spPr>
        <p:style>
          <a:lnRef idx="2">
            <a:schemeClr val="accent2"/>
          </a:lnRef>
          <a:fillRef idx="1">
            <a:schemeClr val="lt1"/>
          </a:fillRef>
          <a:effectRef idx="0">
            <a:schemeClr val="accent2"/>
          </a:effectRef>
          <a:fontRef idx="minor">
            <a:schemeClr val="dk1"/>
          </a:fontRef>
        </p:style>
        <p:txBody>
          <a:bodyPr wrap="square" lIns="36000" tIns="36000" rIns="108000" bIns="36000" rtlCol="0">
            <a:spAutoFit/>
          </a:bodyPr>
          <a:lstStyle/>
          <a:p>
            <a:pPr marL="0" marR="0" indent="0"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Little differenece compared to ok</a:t>
            </a:r>
            <a:endParaRPr kumimoji="0" lang="en-GB" sz="1200" b="0" i="0" u="none" strike="noStrike" kern="0" cap="none" spc="0" normalizeH="0" baseline="0" noProof="0" dirty="0">
              <a:ln>
                <a:noFill/>
              </a:ln>
              <a:solidFill>
                <a:srgbClr val="000000"/>
              </a:solidFill>
              <a:effectLst/>
              <a:uLnTx/>
              <a:uFillTx/>
            </a:endParaRPr>
          </a:p>
        </p:txBody>
      </p:sp>
      <p:cxnSp>
        <p:nvCxnSpPr>
          <p:cNvPr id="10243" name="Straight Arrow Connector 10242">
            <a:extLst>
              <a:ext uri="{FF2B5EF4-FFF2-40B4-BE49-F238E27FC236}">
                <a16:creationId xmlns:a16="http://schemas.microsoft.com/office/drawing/2014/main" id="{4ACED2AD-11F5-C3DF-2C20-1B16FF36493F}"/>
              </a:ext>
            </a:extLst>
          </p:cNvPr>
          <p:cNvCxnSpPr>
            <a:cxnSpLocks/>
            <a:stCxn id="10241" idx="1"/>
            <a:endCxn id="25" idx="0"/>
          </p:cNvCxnSpPr>
          <p:nvPr/>
        </p:nvCxnSpPr>
        <p:spPr>
          <a:xfrm flipH="1">
            <a:off x="6027991" y="1700858"/>
            <a:ext cx="918224" cy="546019"/>
          </a:xfrm>
          <a:prstGeom prst="straightConnector1">
            <a:avLst/>
          </a:prstGeom>
          <a:noFill/>
          <a:ln w="28575" cap="rnd" cmpd="sng" algn="ctr">
            <a:solidFill>
              <a:srgbClr val="00ABE7"/>
            </a:solidFill>
            <a:prstDash val="sysDot"/>
            <a:round/>
            <a:tailEnd type="triangle"/>
          </a:ln>
          <a:effectLst/>
        </p:spPr>
      </p:cxnSp>
    </p:spTree>
    <p:extLst>
      <p:ext uri="{BB962C8B-B14F-4D97-AF65-F5344CB8AC3E}">
        <p14:creationId xmlns:p14="http://schemas.microsoft.com/office/powerpoint/2010/main" val="341732728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2. Results - 1 sample, environment noise ON, database creation</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9</a:t>
            </a:fld>
            <a:endParaRPr lang="en-US"/>
          </a:p>
        </p:txBody>
      </p:sp>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452078" y="674915"/>
            <a:ext cx="8484324" cy="3964961"/>
          </a:xfrm>
          <a:prstGeom prst="rect">
            <a:avLst/>
          </a:prstGeom>
        </p:spPr>
        <p:txBody>
          <a:bodyPr>
            <a:normAutofit lnSpcReduction="10000"/>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dirty="0">
                <a:solidFill>
                  <a:srgbClr val="000000"/>
                </a:solidFill>
              </a:rPr>
              <a:t>Idea is to create a spectral image of 1s of recording starting from the begining of realease phase and compare the abnormal noise with normal noise in frequency range 4000 to 6000</a:t>
            </a: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r>
              <a:rPr lang="pl-PL" dirty="0">
                <a:solidFill>
                  <a:srgbClr val="000000"/>
                </a:solidFill>
              </a:rPr>
              <a:t>As we can extract some signal differences between the normal and abnormal sample, lets create a database out of fft output (fft output is going to be downsampled)</a:t>
            </a: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pic>
        <p:nvPicPr>
          <p:cNvPr id="13" name="Picture 12">
            <a:extLst>
              <a:ext uri="{FF2B5EF4-FFF2-40B4-BE49-F238E27FC236}">
                <a16:creationId xmlns:a16="http://schemas.microsoft.com/office/drawing/2014/main" id="{748EBE10-0EB6-0139-9EDF-F032DDC27E37}"/>
              </a:ext>
            </a:extLst>
          </p:cNvPr>
          <p:cNvPicPr>
            <a:picLocks noChangeAspect="1"/>
          </p:cNvPicPr>
          <p:nvPr/>
        </p:nvPicPr>
        <p:blipFill>
          <a:blip r:embed="rId2"/>
          <a:stretch>
            <a:fillRect/>
          </a:stretch>
        </p:blipFill>
        <p:spPr>
          <a:xfrm>
            <a:off x="999083" y="1084602"/>
            <a:ext cx="6723730" cy="1799661"/>
          </a:xfrm>
          <a:prstGeom prst="rect">
            <a:avLst/>
          </a:prstGeom>
        </p:spPr>
      </p:pic>
      <p:pic>
        <p:nvPicPr>
          <p:cNvPr id="15" name="Picture 14">
            <a:extLst>
              <a:ext uri="{FF2B5EF4-FFF2-40B4-BE49-F238E27FC236}">
                <a16:creationId xmlns:a16="http://schemas.microsoft.com/office/drawing/2014/main" id="{6F07B584-B45C-018A-6267-80DDBC412769}"/>
              </a:ext>
            </a:extLst>
          </p:cNvPr>
          <p:cNvPicPr>
            <a:picLocks noChangeAspect="1"/>
          </p:cNvPicPr>
          <p:nvPr/>
        </p:nvPicPr>
        <p:blipFill>
          <a:blip r:embed="rId3"/>
          <a:stretch>
            <a:fillRect/>
          </a:stretch>
        </p:blipFill>
        <p:spPr>
          <a:xfrm>
            <a:off x="155230" y="2900638"/>
            <a:ext cx="4114003" cy="1188000"/>
          </a:xfrm>
          <a:prstGeom prst="rect">
            <a:avLst/>
          </a:prstGeom>
        </p:spPr>
      </p:pic>
      <p:cxnSp>
        <p:nvCxnSpPr>
          <p:cNvPr id="24" name="Straight Arrow Connector 23">
            <a:extLst>
              <a:ext uri="{FF2B5EF4-FFF2-40B4-BE49-F238E27FC236}">
                <a16:creationId xmlns:a16="http://schemas.microsoft.com/office/drawing/2014/main" id="{CF05F4FB-3E55-EB0E-70DD-CA5D2E22F83B}"/>
              </a:ext>
            </a:extLst>
          </p:cNvPr>
          <p:cNvCxnSpPr/>
          <p:nvPr/>
        </p:nvCxnSpPr>
        <p:spPr>
          <a:xfrm flipH="1">
            <a:off x="4023360" y="2593787"/>
            <a:ext cx="1502797" cy="336337"/>
          </a:xfrm>
          <a:prstGeom prst="straightConnector1">
            <a:avLst/>
          </a:prstGeom>
          <a:noFill/>
          <a:ln w="28575" cap="rnd" cmpd="sng" algn="ctr">
            <a:solidFill>
              <a:srgbClr val="00ABE7"/>
            </a:solidFill>
            <a:prstDash val="sysDot"/>
            <a:round/>
            <a:tailEnd type="triangle"/>
          </a:ln>
          <a:effectLst/>
        </p:spPr>
      </p:cxnSp>
      <p:cxnSp>
        <p:nvCxnSpPr>
          <p:cNvPr id="26" name="Straight Arrow Connector 25">
            <a:extLst>
              <a:ext uri="{FF2B5EF4-FFF2-40B4-BE49-F238E27FC236}">
                <a16:creationId xmlns:a16="http://schemas.microsoft.com/office/drawing/2014/main" id="{BB5F1029-C8D6-DD77-DF89-3877478C62E1}"/>
              </a:ext>
            </a:extLst>
          </p:cNvPr>
          <p:cNvCxnSpPr/>
          <p:nvPr/>
        </p:nvCxnSpPr>
        <p:spPr>
          <a:xfrm>
            <a:off x="5526157" y="2593787"/>
            <a:ext cx="198782" cy="306851"/>
          </a:xfrm>
          <a:prstGeom prst="straightConnector1">
            <a:avLst/>
          </a:prstGeom>
          <a:noFill/>
          <a:ln w="28575" cap="rnd" cmpd="sng" algn="ctr">
            <a:solidFill>
              <a:srgbClr val="00ABE7"/>
            </a:solidFill>
            <a:prstDash val="sysDot"/>
            <a:round/>
            <a:tailEnd type="triangle"/>
          </a:ln>
          <a:effectLst/>
        </p:spPr>
      </p:cxnSp>
      <p:pic>
        <p:nvPicPr>
          <p:cNvPr id="30" name="Picture 29">
            <a:extLst>
              <a:ext uri="{FF2B5EF4-FFF2-40B4-BE49-F238E27FC236}">
                <a16:creationId xmlns:a16="http://schemas.microsoft.com/office/drawing/2014/main" id="{6C8E6233-26A8-679F-FE93-7873732A00FE}"/>
              </a:ext>
            </a:extLst>
          </p:cNvPr>
          <p:cNvPicPr>
            <a:picLocks noChangeAspect="1"/>
          </p:cNvPicPr>
          <p:nvPr/>
        </p:nvPicPr>
        <p:blipFill>
          <a:blip r:embed="rId4"/>
          <a:stretch>
            <a:fillRect/>
          </a:stretch>
        </p:blipFill>
        <p:spPr>
          <a:xfrm>
            <a:off x="4269233" y="2936771"/>
            <a:ext cx="4730001" cy="1188000"/>
          </a:xfrm>
          <a:prstGeom prst="rect">
            <a:avLst/>
          </a:prstGeom>
        </p:spPr>
      </p:pic>
      <p:sp>
        <p:nvSpPr>
          <p:cNvPr id="31" name="TextBox 30">
            <a:extLst>
              <a:ext uri="{FF2B5EF4-FFF2-40B4-BE49-F238E27FC236}">
                <a16:creationId xmlns:a16="http://schemas.microsoft.com/office/drawing/2014/main" id="{4E0120BA-C160-8871-D526-6C2CEAB7C5A6}"/>
              </a:ext>
            </a:extLst>
          </p:cNvPr>
          <p:cNvSpPr txBox="1"/>
          <p:nvPr/>
        </p:nvSpPr>
        <p:spPr>
          <a:xfrm>
            <a:off x="452078" y="2588714"/>
            <a:ext cx="565744" cy="257369"/>
          </a:xfrm>
          <a:prstGeom prst="rect">
            <a:avLst/>
          </a:prstGeom>
        </p:spPr>
        <p:style>
          <a:lnRef idx="2">
            <a:schemeClr val="dk1"/>
          </a:lnRef>
          <a:fillRef idx="1">
            <a:schemeClr val="lt1"/>
          </a:fillRef>
          <a:effectRef idx="0">
            <a:schemeClr val="dk1"/>
          </a:effectRef>
          <a:fontRef idx="minor">
            <a:schemeClr val="dk1"/>
          </a:fontRef>
        </p:style>
        <p:txBody>
          <a:bodyPr wrap="square" lIns="36000" tIns="36000" rIns="36000" bIns="36000" rtlCol="0">
            <a:spAutoFit/>
          </a:bodyPr>
          <a:lstStyle/>
          <a:p>
            <a:pPr marL="0" marR="0" indent="0"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Normal</a:t>
            </a:r>
            <a:endParaRPr kumimoji="0" lang="en-GB" sz="1200" b="0" i="0" u="none" strike="noStrike" kern="0" cap="none" spc="0" normalizeH="0" baseline="0" noProof="0" dirty="0">
              <a:ln>
                <a:noFill/>
              </a:ln>
              <a:solidFill>
                <a:srgbClr val="000000"/>
              </a:solidFill>
              <a:effectLst/>
              <a:uLnTx/>
              <a:uFillTx/>
            </a:endParaRPr>
          </a:p>
        </p:txBody>
      </p:sp>
      <p:sp>
        <p:nvSpPr>
          <p:cNvPr id="10240" name="TextBox 10239">
            <a:extLst>
              <a:ext uri="{FF2B5EF4-FFF2-40B4-BE49-F238E27FC236}">
                <a16:creationId xmlns:a16="http://schemas.microsoft.com/office/drawing/2014/main" id="{CAD714A9-AB96-B158-7C62-2B7C184A37AB}"/>
              </a:ext>
            </a:extLst>
          </p:cNvPr>
          <p:cNvSpPr txBox="1"/>
          <p:nvPr/>
        </p:nvSpPr>
        <p:spPr>
          <a:xfrm>
            <a:off x="8067659" y="2608446"/>
            <a:ext cx="716704" cy="257369"/>
          </a:xfrm>
          <a:prstGeom prst="rect">
            <a:avLst/>
          </a:prstGeom>
        </p:spPr>
        <p:style>
          <a:lnRef idx="2">
            <a:schemeClr val="dk1"/>
          </a:lnRef>
          <a:fillRef idx="1">
            <a:schemeClr val="lt1"/>
          </a:fillRef>
          <a:effectRef idx="0">
            <a:schemeClr val="dk1"/>
          </a:effectRef>
          <a:fontRef idx="minor">
            <a:schemeClr val="dk1"/>
          </a:fontRef>
        </p:style>
        <p:txBody>
          <a:bodyPr wrap="square" lIns="36000" tIns="36000" rIns="36000" bIns="36000" rtlCol="0">
            <a:spAutoFit/>
          </a:bodyPr>
          <a:lstStyle/>
          <a:p>
            <a:pPr marL="0" marR="0" indent="0"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Abnormal</a:t>
            </a:r>
            <a:endParaRPr kumimoji="0" lang="en-GB" sz="1200" b="0" i="0" u="none" strike="noStrike" kern="0" cap="none" spc="0" normalizeH="0" baseline="0" noProof="0" dirty="0">
              <a:ln>
                <a:noFill/>
              </a:ln>
              <a:solidFill>
                <a:srgbClr val="000000"/>
              </a:solidFill>
              <a:effectLst/>
              <a:uLnTx/>
              <a:uFillTx/>
            </a:endParaRPr>
          </a:p>
        </p:txBody>
      </p:sp>
      <p:sp>
        <p:nvSpPr>
          <p:cNvPr id="10241" name="Rectangle 10240">
            <a:extLst>
              <a:ext uri="{FF2B5EF4-FFF2-40B4-BE49-F238E27FC236}">
                <a16:creationId xmlns:a16="http://schemas.microsoft.com/office/drawing/2014/main" id="{2DC223C2-FA59-B90C-AAA5-439707B1416B}"/>
              </a:ext>
            </a:extLst>
          </p:cNvPr>
          <p:cNvSpPr/>
          <p:nvPr/>
        </p:nvSpPr>
        <p:spPr>
          <a:xfrm>
            <a:off x="6923315" y="2999857"/>
            <a:ext cx="543139" cy="910046"/>
          </a:xfrm>
          <a:prstGeom prst="rect">
            <a:avLst/>
          </a:prstGeom>
          <a:noFill/>
          <a:ln w="28575" cap="flat" cmpd="sng" algn="ctr">
            <a:solidFill>
              <a:srgbClr val="00B05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GB" sz="1200" b="0" i="0" u="none" strike="noStrike" kern="0" cap="none" spc="0" normalizeH="0" baseline="0" noProof="0" dirty="0" err="1">
              <a:ln>
                <a:noFill/>
              </a:ln>
              <a:solidFill>
                <a:srgbClr val="000000"/>
              </a:solidFill>
              <a:effectLst/>
              <a:uLnTx/>
              <a:uFillTx/>
              <a:latin typeface="Tahoma"/>
              <a:ea typeface="+mn-ea"/>
              <a:cs typeface="Tahoma" pitchFamily="34" charset="0"/>
            </a:endParaRPr>
          </a:p>
        </p:txBody>
      </p:sp>
    </p:spTree>
    <p:extLst>
      <p:ext uri="{BB962C8B-B14F-4D97-AF65-F5344CB8AC3E}">
        <p14:creationId xmlns:p14="http://schemas.microsoft.com/office/powerpoint/2010/main" val="296467634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2. Results – 1D convolutional autoencoder - training</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10</a:t>
            </a:fld>
            <a:endParaRPr lang="en-US"/>
          </a:p>
        </p:txBody>
      </p:sp>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4728134" y="738001"/>
            <a:ext cx="4208268" cy="2080067"/>
          </a:xfrm>
          <a:prstGeom prst="rect">
            <a:avLst/>
          </a:prstGeom>
        </p:spPr>
        <p:txBody>
          <a:bodyPr>
            <a:normAutofit fontScale="92500" lnSpcReduction="10000"/>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dirty="0">
                <a:solidFill>
                  <a:srgbClr val="000000"/>
                </a:solidFill>
              </a:rPr>
              <a:t>Database is traditionally split into Train/Test and NOK subsets. </a:t>
            </a:r>
          </a:p>
          <a:p>
            <a:pPr marL="171450" indent="-171450">
              <a:buFont typeface="Arial" pitchFamily="34" charset="0"/>
              <a:buChar char="•"/>
            </a:pPr>
            <a:r>
              <a:rPr lang="pl-PL" b="1" u="sng" dirty="0">
                <a:solidFill>
                  <a:srgbClr val="000000"/>
                </a:solidFill>
              </a:rPr>
              <a:t>Algorithm of choice – 1D autoencoder</a:t>
            </a:r>
          </a:p>
          <a:p>
            <a:pPr marL="171450" indent="-171450">
              <a:buFont typeface="Arial" pitchFamily="34" charset="0"/>
              <a:buChar char="•"/>
            </a:pPr>
            <a:r>
              <a:rPr lang="pl-PL" dirty="0">
                <a:solidFill>
                  <a:srgbClr val="000000"/>
                </a:solidFill>
              </a:rPr>
              <a:t>Training was done throught 1D autoencoder architecture, result of training is showed on histogram.</a:t>
            </a:r>
          </a:p>
          <a:p>
            <a:pPr marL="171450" indent="-171450">
              <a:buFont typeface="Arial" pitchFamily="34" charset="0"/>
              <a:buChar char="•"/>
            </a:pPr>
            <a:r>
              <a:rPr lang="pl-PL" dirty="0">
                <a:solidFill>
                  <a:srgbClr val="000000"/>
                </a:solidFill>
              </a:rPr>
              <a:t>As previously, we expect train and test results to yield similar ranges of reconstruction error and NOK results to be visibly different compared to the two.</a:t>
            </a:r>
          </a:p>
          <a:p>
            <a:pPr marL="171450" indent="-171450">
              <a:buFont typeface="Arial" pitchFamily="34" charset="0"/>
              <a:buChar char="•"/>
            </a:pPr>
            <a:r>
              <a:rPr lang="pl-PL" dirty="0">
                <a:solidFill>
                  <a:srgbClr val="000000"/>
                </a:solidFill>
              </a:rPr>
              <a:t>Additionally, I present one example of data over reconstruction and difference between them, on for OK and one for NOK, below.</a:t>
            </a: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pic>
        <p:nvPicPr>
          <p:cNvPr id="3" name="Picture 2">
            <a:extLst>
              <a:ext uri="{FF2B5EF4-FFF2-40B4-BE49-F238E27FC236}">
                <a16:creationId xmlns:a16="http://schemas.microsoft.com/office/drawing/2014/main" id="{62BF3A94-59D5-1BBF-6B33-7C6CA46D3C8E}"/>
              </a:ext>
            </a:extLst>
          </p:cNvPr>
          <p:cNvPicPr>
            <a:picLocks noChangeAspect="1"/>
          </p:cNvPicPr>
          <p:nvPr/>
        </p:nvPicPr>
        <p:blipFill>
          <a:blip r:embed="rId2"/>
          <a:stretch>
            <a:fillRect/>
          </a:stretch>
        </p:blipFill>
        <p:spPr>
          <a:xfrm>
            <a:off x="1446198" y="622407"/>
            <a:ext cx="2969670" cy="2195661"/>
          </a:xfrm>
          <a:prstGeom prst="rect">
            <a:avLst/>
          </a:prstGeom>
        </p:spPr>
      </p:pic>
      <p:pic>
        <p:nvPicPr>
          <p:cNvPr id="6" name="Picture 5">
            <a:extLst>
              <a:ext uri="{FF2B5EF4-FFF2-40B4-BE49-F238E27FC236}">
                <a16:creationId xmlns:a16="http://schemas.microsoft.com/office/drawing/2014/main" id="{57B48BB6-E7F7-CCC9-1F78-2B1759643A8D}"/>
              </a:ext>
            </a:extLst>
          </p:cNvPr>
          <p:cNvPicPr>
            <a:picLocks noChangeAspect="1"/>
          </p:cNvPicPr>
          <p:nvPr/>
        </p:nvPicPr>
        <p:blipFill>
          <a:blip r:embed="rId3"/>
          <a:stretch>
            <a:fillRect/>
          </a:stretch>
        </p:blipFill>
        <p:spPr>
          <a:xfrm>
            <a:off x="4200740" y="3001700"/>
            <a:ext cx="3433724" cy="1450486"/>
          </a:xfrm>
          <a:prstGeom prst="rect">
            <a:avLst/>
          </a:prstGeom>
        </p:spPr>
      </p:pic>
      <p:pic>
        <p:nvPicPr>
          <p:cNvPr id="8" name="Picture 7">
            <a:extLst>
              <a:ext uri="{FF2B5EF4-FFF2-40B4-BE49-F238E27FC236}">
                <a16:creationId xmlns:a16="http://schemas.microsoft.com/office/drawing/2014/main" id="{5FD843AB-E9FA-8F25-4872-42A6A49D51DF}"/>
              </a:ext>
            </a:extLst>
          </p:cNvPr>
          <p:cNvPicPr>
            <a:picLocks noChangeAspect="1"/>
          </p:cNvPicPr>
          <p:nvPr/>
        </p:nvPicPr>
        <p:blipFill>
          <a:blip r:embed="rId4"/>
          <a:stretch>
            <a:fillRect/>
          </a:stretch>
        </p:blipFill>
        <p:spPr>
          <a:xfrm>
            <a:off x="276818" y="3011494"/>
            <a:ext cx="3434467" cy="1450800"/>
          </a:xfrm>
          <a:prstGeom prst="rect">
            <a:avLst/>
          </a:prstGeom>
        </p:spPr>
      </p:pic>
      <p:cxnSp>
        <p:nvCxnSpPr>
          <p:cNvPr id="10" name="Straight Arrow Connector 9">
            <a:extLst>
              <a:ext uri="{FF2B5EF4-FFF2-40B4-BE49-F238E27FC236}">
                <a16:creationId xmlns:a16="http://schemas.microsoft.com/office/drawing/2014/main" id="{13D72F6C-42C5-A7FF-319C-B8B075E95536}"/>
              </a:ext>
            </a:extLst>
          </p:cNvPr>
          <p:cNvCxnSpPr>
            <a:cxnSpLocks/>
          </p:cNvCxnSpPr>
          <p:nvPr/>
        </p:nvCxnSpPr>
        <p:spPr>
          <a:xfrm flipH="1">
            <a:off x="1643170" y="2571750"/>
            <a:ext cx="304042" cy="467396"/>
          </a:xfrm>
          <a:prstGeom prst="straightConnector1">
            <a:avLst/>
          </a:prstGeom>
          <a:noFill/>
          <a:ln w="28575" cap="rnd" cmpd="sng" algn="ctr">
            <a:solidFill>
              <a:srgbClr val="00ABE7"/>
            </a:solidFill>
            <a:prstDash val="sysDot"/>
            <a:round/>
            <a:tailEnd type="triangle"/>
          </a:ln>
          <a:effectLst/>
        </p:spPr>
      </p:cxnSp>
      <p:cxnSp>
        <p:nvCxnSpPr>
          <p:cNvPr id="12" name="Straight Arrow Connector 11">
            <a:extLst>
              <a:ext uri="{FF2B5EF4-FFF2-40B4-BE49-F238E27FC236}">
                <a16:creationId xmlns:a16="http://schemas.microsoft.com/office/drawing/2014/main" id="{F5017534-D894-C52D-5652-3D52391A20AC}"/>
              </a:ext>
            </a:extLst>
          </p:cNvPr>
          <p:cNvCxnSpPr>
            <a:cxnSpLocks/>
          </p:cNvCxnSpPr>
          <p:nvPr/>
        </p:nvCxnSpPr>
        <p:spPr>
          <a:xfrm>
            <a:off x="3611551" y="2571750"/>
            <a:ext cx="804317" cy="439744"/>
          </a:xfrm>
          <a:prstGeom prst="straightConnector1">
            <a:avLst/>
          </a:prstGeom>
          <a:noFill/>
          <a:ln w="28575" cap="rnd" cmpd="sng" algn="ctr">
            <a:solidFill>
              <a:srgbClr val="00ABE7"/>
            </a:solidFill>
            <a:prstDash val="sysDot"/>
            <a:round/>
            <a:tailEnd type="triangle"/>
          </a:ln>
          <a:effectLst/>
        </p:spPr>
      </p:cxnSp>
      <p:sp>
        <p:nvSpPr>
          <p:cNvPr id="14" name="Rectangle 13">
            <a:extLst>
              <a:ext uri="{FF2B5EF4-FFF2-40B4-BE49-F238E27FC236}">
                <a16:creationId xmlns:a16="http://schemas.microsoft.com/office/drawing/2014/main" id="{A3D7B063-60A1-E769-C68D-9F2D4D93B9E0}"/>
              </a:ext>
            </a:extLst>
          </p:cNvPr>
          <p:cNvSpPr/>
          <p:nvPr/>
        </p:nvSpPr>
        <p:spPr>
          <a:xfrm>
            <a:off x="6242671" y="4063236"/>
            <a:ext cx="364385" cy="399058"/>
          </a:xfrm>
          <a:prstGeom prst="rect">
            <a:avLst/>
          </a:prstGeom>
          <a:noFill/>
          <a:ln w="28575" cap="flat" cmpd="sng" algn="ctr">
            <a:solidFill>
              <a:srgbClr val="00B05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GB" sz="1200" b="0" i="0" u="none" strike="noStrike" kern="0" cap="none" spc="0" normalizeH="0" baseline="0" noProof="0" dirty="0" err="1">
              <a:ln>
                <a:noFill/>
              </a:ln>
              <a:solidFill>
                <a:srgbClr val="000000"/>
              </a:solidFill>
              <a:effectLst/>
              <a:uLnTx/>
              <a:uFillTx/>
              <a:latin typeface="Tahoma"/>
              <a:ea typeface="+mn-ea"/>
              <a:cs typeface="Tahoma" pitchFamily="34" charset="0"/>
            </a:endParaRPr>
          </a:p>
        </p:txBody>
      </p:sp>
      <p:cxnSp>
        <p:nvCxnSpPr>
          <p:cNvPr id="17" name="Straight Arrow Connector 16">
            <a:extLst>
              <a:ext uri="{FF2B5EF4-FFF2-40B4-BE49-F238E27FC236}">
                <a16:creationId xmlns:a16="http://schemas.microsoft.com/office/drawing/2014/main" id="{C4C35918-E057-00B8-3FC5-D14C0FAC3B1F}"/>
              </a:ext>
            </a:extLst>
          </p:cNvPr>
          <p:cNvCxnSpPr>
            <a:endCxn id="14" idx="3"/>
          </p:cNvCxnSpPr>
          <p:nvPr/>
        </p:nvCxnSpPr>
        <p:spPr>
          <a:xfrm flipH="1">
            <a:off x="6607056" y="3938162"/>
            <a:ext cx="1223783" cy="324603"/>
          </a:xfrm>
          <a:prstGeom prst="straightConnector1">
            <a:avLst/>
          </a:prstGeom>
          <a:noFill/>
          <a:ln w="28575" cap="rnd" cmpd="sng" algn="ctr">
            <a:solidFill>
              <a:srgbClr val="00ABE7"/>
            </a:solidFill>
            <a:prstDash val="sysDot"/>
            <a:round/>
            <a:tailEnd type="triangle"/>
          </a:ln>
          <a:effectLst/>
        </p:spPr>
      </p:cxnSp>
      <p:sp>
        <p:nvSpPr>
          <p:cNvPr id="19" name="TextBox 18">
            <a:extLst>
              <a:ext uri="{FF2B5EF4-FFF2-40B4-BE49-F238E27FC236}">
                <a16:creationId xmlns:a16="http://schemas.microsoft.com/office/drawing/2014/main" id="{7BCB4075-D068-234E-73EB-2605C4685E59}"/>
              </a:ext>
            </a:extLst>
          </p:cNvPr>
          <p:cNvSpPr txBox="1"/>
          <p:nvPr/>
        </p:nvSpPr>
        <p:spPr>
          <a:xfrm>
            <a:off x="7830838" y="3759952"/>
            <a:ext cx="886899" cy="626701"/>
          </a:xfrm>
          <a:prstGeom prst="rect">
            <a:avLst/>
          </a:prstGeom>
        </p:spPr>
        <p:style>
          <a:lnRef idx="2">
            <a:schemeClr val="dk1"/>
          </a:lnRef>
          <a:fillRef idx="1">
            <a:schemeClr val="lt1"/>
          </a:fillRef>
          <a:effectRef idx="0">
            <a:schemeClr val="dk1"/>
          </a:effectRef>
          <a:fontRef idx="minor">
            <a:schemeClr val="dk1"/>
          </a:fontRef>
        </p:style>
        <p:txBody>
          <a:bodyPr wrap="square" lIns="36000" tIns="36000" rIns="36000" bIns="3600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Difference compared to OK data</a:t>
            </a:r>
            <a:endParaRPr kumimoji="0" lang="en-GB" sz="12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319662103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2. Results - 1D convolutional autoencoder - constant surveillence</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11</a:t>
            </a:fld>
            <a:endParaRPr lang="en-US"/>
          </a:p>
        </p:txBody>
      </p:sp>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5927154" y="738001"/>
            <a:ext cx="3009247" cy="359859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dirty="0">
                <a:solidFill>
                  <a:srgbClr val="000000"/>
                </a:solidFill>
              </a:rPr>
              <a:t>Data is now trained so we would like to see how it behaves on a full recording of Normal and Abnormal noise.</a:t>
            </a:r>
          </a:p>
          <a:p>
            <a:pPr marL="171450" indent="-171450">
              <a:buFont typeface="Arial" pitchFamily="34" charset="0"/>
              <a:buChar char="•"/>
            </a:pPr>
            <a:r>
              <a:rPr lang="pl-PL" dirty="0">
                <a:solidFill>
                  <a:srgbClr val="000000"/>
                </a:solidFill>
              </a:rPr>
              <a:t>We would like to see if solid thresholds can be created to separate OK from NOK data.</a:t>
            </a:r>
          </a:p>
          <a:p>
            <a:pPr marL="171450" indent="-171450">
              <a:buFont typeface="Arial" pitchFamily="34" charset="0"/>
              <a:buChar char="•"/>
            </a:pPr>
            <a:r>
              <a:rPr lang="pl-PL" dirty="0">
                <a:solidFill>
                  <a:srgbClr val="000000"/>
                </a:solidFill>
              </a:rPr>
              <a:t>The threshold was set to 4x1*10^8</a:t>
            </a:r>
          </a:p>
          <a:p>
            <a:pPr marL="171450" indent="-171450">
              <a:buFont typeface="Arial" pitchFamily="34" charset="0"/>
              <a:buChar char="•"/>
            </a:pPr>
            <a:r>
              <a:rPr lang="pl-PL" dirty="0">
                <a:solidFill>
                  <a:srgbClr val="000000"/>
                </a:solidFill>
              </a:rPr>
              <a:t>We can see that there is clear difference between the ok and nok samples</a:t>
            </a: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pic>
        <p:nvPicPr>
          <p:cNvPr id="4" name="Picture 3">
            <a:extLst>
              <a:ext uri="{FF2B5EF4-FFF2-40B4-BE49-F238E27FC236}">
                <a16:creationId xmlns:a16="http://schemas.microsoft.com/office/drawing/2014/main" id="{ECE14C87-D249-F787-CB8B-74E7674BFD0B}"/>
              </a:ext>
            </a:extLst>
          </p:cNvPr>
          <p:cNvPicPr>
            <a:picLocks noChangeAspect="1"/>
          </p:cNvPicPr>
          <p:nvPr/>
        </p:nvPicPr>
        <p:blipFill>
          <a:blip r:embed="rId2"/>
          <a:stretch>
            <a:fillRect/>
          </a:stretch>
        </p:blipFill>
        <p:spPr>
          <a:xfrm>
            <a:off x="1043303" y="622407"/>
            <a:ext cx="4416783" cy="2044384"/>
          </a:xfrm>
          <a:prstGeom prst="rect">
            <a:avLst/>
          </a:prstGeom>
        </p:spPr>
      </p:pic>
      <p:pic>
        <p:nvPicPr>
          <p:cNvPr id="9" name="Picture 8">
            <a:extLst>
              <a:ext uri="{FF2B5EF4-FFF2-40B4-BE49-F238E27FC236}">
                <a16:creationId xmlns:a16="http://schemas.microsoft.com/office/drawing/2014/main" id="{FC3F3146-3D55-9ABC-62DF-18C8D2ABA818}"/>
              </a:ext>
            </a:extLst>
          </p:cNvPr>
          <p:cNvPicPr>
            <a:picLocks noChangeAspect="1"/>
          </p:cNvPicPr>
          <p:nvPr/>
        </p:nvPicPr>
        <p:blipFill>
          <a:blip r:embed="rId3"/>
          <a:stretch>
            <a:fillRect/>
          </a:stretch>
        </p:blipFill>
        <p:spPr>
          <a:xfrm>
            <a:off x="1019238" y="2531361"/>
            <a:ext cx="4464911" cy="2056007"/>
          </a:xfrm>
          <a:prstGeom prst="rect">
            <a:avLst/>
          </a:prstGeom>
        </p:spPr>
      </p:pic>
      <p:pic>
        <p:nvPicPr>
          <p:cNvPr id="13" name="Picture 12">
            <a:extLst>
              <a:ext uri="{FF2B5EF4-FFF2-40B4-BE49-F238E27FC236}">
                <a16:creationId xmlns:a16="http://schemas.microsoft.com/office/drawing/2014/main" id="{E9764696-7F84-28B3-CE96-2692BB89E8E2}"/>
              </a:ext>
            </a:extLst>
          </p:cNvPr>
          <p:cNvPicPr>
            <a:picLocks noChangeAspect="1"/>
          </p:cNvPicPr>
          <p:nvPr/>
        </p:nvPicPr>
        <p:blipFill>
          <a:blip r:embed="rId4"/>
          <a:stretch>
            <a:fillRect/>
          </a:stretch>
        </p:blipFill>
        <p:spPr>
          <a:xfrm>
            <a:off x="6590897" y="2997451"/>
            <a:ext cx="1408048" cy="1408048"/>
          </a:xfrm>
          <a:prstGeom prst="rect">
            <a:avLst/>
          </a:prstGeom>
        </p:spPr>
      </p:pic>
    </p:spTree>
    <p:extLst>
      <p:ext uri="{BB962C8B-B14F-4D97-AF65-F5344CB8AC3E}">
        <p14:creationId xmlns:p14="http://schemas.microsoft.com/office/powerpoint/2010/main" val="25731035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2. Results – mean regression - training</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12</a:t>
            </a:fld>
            <a:endParaRPr lang="en-US"/>
          </a:p>
        </p:txBody>
      </p:sp>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4341909" y="738001"/>
            <a:ext cx="4594494" cy="1864800"/>
          </a:xfrm>
          <a:prstGeom prst="rect">
            <a:avLst/>
          </a:prstGeom>
        </p:spPr>
        <p:txBody>
          <a:bodyPr>
            <a:normAutofit lnSpcReduction="10000"/>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dirty="0">
                <a:solidFill>
                  <a:srgbClr val="000000"/>
                </a:solidFill>
              </a:rPr>
              <a:t>Database is traditionally split into Train/Test and NOK subsets. </a:t>
            </a:r>
          </a:p>
          <a:p>
            <a:pPr marL="171450" indent="-171450">
              <a:buFont typeface="Arial" pitchFamily="34" charset="0"/>
              <a:buChar char="•"/>
            </a:pPr>
            <a:r>
              <a:rPr lang="pl-PL" b="1" u="sng" dirty="0">
                <a:solidFill>
                  <a:srgbClr val="000000"/>
                </a:solidFill>
              </a:rPr>
              <a:t>Algorithm of choice – Mean Regression</a:t>
            </a:r>
          </a:p>
          <a:p>
            <a:pPr marL="171450" indent="-171450">
              <a:buFont typeface="Arial" pitchFamily="34" charset="0"/>
              <a:buChar char="•"/>
            </a:pPr>
            <a:r>
              <a:rPr lang="pl-PL" dirty="0">
                <a:solidFill>
                  <a:srgbClr val="000000"/>
                </a:solidFill>
              </a:rPr>
              <a:t>Mean FFT was created out of all tests generated in directory 2 from FFTs narrowed to frequency range 4kHz to 6kHz derivied from 1s of recording in release phase.</a:t>
            </a:r>
          </a:p>
          <a:p>
            <a:pPr marL="171450" indent="-171450">
              <a:buFont typeface="Arial" pitchFamily="34" charset="0"/>
              <a:buChar char="•"/>
            </a:pPr>
            <a:r>
              <a:rPr lang="pl-PL" dirty="0">
                <a:solidFill>
                  <a:srgbClr val="000000"/>
                </a:solidFill>
              </a:rPr>
              <a:t>MSE was used as a metric to compare difference between current recoring and mean.</a:t>
            </a:r>
          </a:p>
          <a:p>
            <a:pPr marL="171450" indent="-171450">
              <a:buFont typeface="Arial" pitchFamily="34" charset="0"/>
              <a:buChar char="•"/>
            </a:pPr>
            <a:r>
              <a:rPr lang="pl-PL" dirty="0">
                <a:solidFill>
                  <a:srgbClr val="000000"/>
                </a:solidFill>
              </a:rPr>
              <a:t>Hypothesis is to find profound MSE value differences in given frequency range between normal and abnormal subsets</a:t>
            </a: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pic>
        <p:nvPicPr>
          <p:cNvPr id="4" name="Picture 3">
            <a:extLst>
              <a:ext uri="{FF2B5EF4-FFF2-40B4-BE49-F238E27FC236}">
                <a16:creationId xmlns:a16="http://schemas.microsoft.com/office/drawing/2014/main" id="{9EAD0C74-6012-1912-54B1-9A74A9913631}"/>
              </a:ext>
            </a:extLst>
          </p:cNvPr>
          <p:cNvPicPr>
            <a:picLocks noChangeAspect="1"/>
          </p:cNvPicPr>
          <p:nvPr/>
        </p:nvPicPr>
        <p:blipFill>
          <a:blip r:embed="rId2"/>
          <a:stretch>
            <a:fillRect/>
          </a:stretch>
        </p:blipFill>
        <p:spPr>
          <a:xfrm>
            <a:off x="1393453" y="616509"/>
            <a:ext cx="2620256" cy="1906888"/>
          </a:xfrm>
          <a:prstGeom prst="rect">
            <a:avLst/>
          </a:prstGeom>
        </p:spPr>
      </p:pic>
      <p:pic>
        <p:nvPicPr>
          <p:cNvPr id="13" name="Picture 12">
            <a:extLst>
              <a:ext uri="{FF2B5EF4-FFF2-40B4-BE49-F238E27FC236}">
                <a16:creationId xmlns:a16="http://schemas.microsoft.com/office/drawing/2014/main" id="{49D287AC-AF8F-71CF-4399-B4E41E54F5F9}"/>
              </a:ext>
            </a:extLst>
          </p:cNvPr>
          <p:cNvPicPr>
            <a:picLocks noChangeAspect="1"/>
          </p:cNvPicPr>
          <p:nvPr/>
        </p:nvPicPr>
        <p:blipFill>
          <a:blip r:embed="rId3"/>
          <a:stretch>
            <a:fillRect/>
          </a:stretch>
        </p:blipFill>
        <p:spPr>
          <a:xfrm>
            <a:off x="346085" y="2721546"/>
            <a:ext cx="2511106" cy="1865822"/>
          </a:xfrm>
          <a:prstGeom prst="rect">
            <a:avLst/>
          </a:prstGeom>
        </p:spPr>
      </p:pic>
      <p:cxnSp>
        <p:nvCxnSpPr>
          <p:cNvPr id="10" name="Straight Arrow Connector 9">
            <a:extLst>
              <a:ext uri="{FF2B5EF4-FFF2-40B4-BE49-F238E27FC236}">
                <a16:creationId xmlns:a16="http://schemas.microsoft.com/office/drawing/2014/main" id="{13D72F6C-42C5-A7FF-319C-B8B075E95536}"/>
              </a:ext>
            </a:extLst>
          </p:cNvPr>
          <p:cNvCxnSpPr>
            <a:cxnSpLocks/>
          </p:cNvCxnSpPr>
          <p:nvPr/>
        </p:nvCxnSpPr>
        <p:spPr>
          <a:xfrm flipH="1">
            <a:off x="1464985" y="2351762"/>
            <a:ext cx="277433" cy="401918"/>
          </a:xfrm>
          <a:prstGeom prst="straightConnector1">
            <a:avLst/>
          </a:prstGeom>
          <a:noFill/>
          <a:ln w="28575" cap="rnd" cmpd="sng" algn="ctr">
            <a:solidFill>
              <a:srgbClr val="00ABE7"/>
            </a:solidFill>
            <a:prstDash val="sysDot"/>
            <a:round/>
            <a:tailEnd type="triangle"/>
          </a:ln>
          <a:effectLst/>
        </p:spPr>
      </p:cxnSp>
      <p:pic>
        <p:nvPicPr>
          <p:cNvPr id="21" name="Picture 20">
            <a:extLst>
              <a:ext uri="{FF2B5EF4-FFF2-40B4-BE49-F238E27FC236}">
                <a16:creationId xmlns:a16="http://schemas.microsoft.com/office/drawing/2014/main" id="{AAB5C89B-FE48-26D6-B11A-D52C1D1C48D3}"/>
              </a:ext>
            </a:extLst>
          </p:cNvPr>
          <p:cNvPicPr>
            <a:picLocks noChangeAspect="1"/>
          </p:cNvPicPr>
          <p:nvPr/>
        </p:nvPicPr>
        <p:blipFill>
          <a:blip r:embed="rId4"/>
          <a:stretch>
            <a:fillRect/>
          </a:stretch>
        </p:blipFill>
        <p:spPr>
          <a:xfrm>
            <a:off x="3091845" y="2753680"/>
            <a:ext cx="2509731" cy="1864800"/>
          </a:xfrm>
          <a:prstGeom prst="rect">
            <a:avLst/>
          </a:prstGeom>
        </p:spPr>
      </p:pic>
      <p:cxnSp>
        <p:nvCxnSpPr>
          <p:cNvPr id="12" name="Straight Arrow Connector 11">
            <a:extLst>
              <a:ext uri="{FF2B5EF4-FFF2-40B4-BE49-F238E27FC236}">
                <a16:creationId xmlns:a16="http://schemas.microsoft.com/office/drawing/2014/main" id="{F5017534-D894-C52D-5652-3D52391A20AC}"/>
              </a:ext>
            </a:extLst>
          </p:cNvPr>
          <p:cNvCxnSpPr>
            <a:cxnSpLocks/>
          </p:cNvCxnSpPr>
          <p:nvPr/>
        </p:nvCxnSpPr>
        <p:spPr>
          <a:xfrm>
            <a:off x="3489200" y="2383896"/>
            <a:ext cx="304042" cy="411673"/>
          </a:xfrm>
          <a:prstGeom prst="straightConnector1">
            <a:avLst/>
          </a:prstGeom>
          <a:noFill/>
          <a:ln w="28575" cap="rnd" cmpd="sng" algn="ctr">
            <a:solidFill>
              <a:srgbClr val="00ABE7"/>
            </a:solidFill>
            <a:prstDash val="sysDot"/>
            <a:round/>
            <a:tailEnd type="triangle"/>
          </a:ln>
          <a:effectLst/>
        </p:spPr>
      </p:cxnSp>
      <p:pic>
        <p:nvPicPr>
          <p:cNvPr id="10240" name="Picture 10239">
            <a:extLst>
              <a:ext uri="{FF2B5EF4-FFF2-40B4-BE49-F238E27FC236}">
                <a16:creationId xmlns:a16="http://schemas.microsoft.com/office/drawing/2014/main" id="{A6240487-1F6D-971C-7CF9-1BA330AAF91D}"/>
              </a:ext>
            </a:extLst>
          </p:cNvPr>
          <p:cNvPicPr>
            <a:picLocks noChangeAspect="1"/>
          </p:cNvPicPr>
          <p:nvPr/>
        </p:nvPicPr>
        <p:blipFill>
          <a:blip r:embed="rId5"/>
          <a:stretch>
            <a:fillRect/>
          </a:stretch>
        </p:blipFill>
        <p:spPr>
          <a:xfrm>
            <a:off x="5718903" y="2835019"/>
            <a:ext cx="3162700" cy="1864800"/>
          </a:xfrm>
          <a:prstGeom prst="rect">
            <a:avLst/>
          </a:prstGeom>
        </p:spPr>
      </p:pic>
      <p:cxnSp>
        <p:nvCxnSpPr>
          <p:cNvPr id="28" name="Straight Arrow Connector 27">
            <a:extLst>
              <a:ext uri="{FF2B5EF4-FFF2-40B4-BE49-F238E27FC236}">
                <a16:creationId xmlns:a16="http://schemas.microsoft.com/office/drawing/2014/main" id="{0938528C-06CA-BCDC-CC0F-87690AE1CB42}"/>
              </a:ext>
            </a:extLst>
          </p:cNvPr>
          <p:cNvCxnSpPr>
            <a:cxnSpLocks/>
          </p:cNvCxnSpPr>
          <p:nvPr/>
        </p:nvCxnSpPr>
        <p:spPr>
          <a:xfrm flipH="1">
            <a:off x="5601576" y="3957278"/>
            <a:ext cx="234654" cy="0"/>
          </a:xfrm>
          <a:prstGeom prst="straightConnector1">
            <a:avLst/>
          </a:prstGeom>
          <a:noFill/>
          <a:ln w="28575" cap="rnd" cmpd="sng" algn="ctr">
            <a:solidFill>
              <a:srgbClr val="00ABE7"/>
            </a:solidFill>
            <a:prstDash val="sysDot"/>
            <a:round/>
            <a:tailEnd type="triangle"/>
          </a:ln>
          <a:effectLst/>
        </p:spPr>
      </p:cxnSp>
    </p:spTree>
    <p:extLst>
      <p:ext uri="{BB962C8B-B14F-4D97-AF65-F5344CB8AC3E}">
        <p14:creationId xmlns:p14="http://schemas.microsoft.com/office/powerpoint/2010/main" val="409749134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2. Results - mean regression - constant surveillence</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13</a:t>
            </a:fld>
            <a:endParaRPr lang="en-US"/>
          </a:p>
        </p:txBody>
      </p:sp>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5927154" y="738001"/>
            <a:ext cx="3009247" cy="359859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dirty="0">
                <a:solidFill>
                  <a:srgbClr val="000000"/>
                </a:solidFill>
              </a:rPr>
              <a:t>Data is now trained so we would like to see how it behaves on a full recording of Normal and Abnormal noise.</a:t>
            </a:r>
          </a:p>
          <a:p>
            <a:pPr marL="171450" indent="-171450">
              <a:buFont typeface="Arial" pitchFamily="34" charset="0"/>
              <a:buChar char="•"/>
            </a:pPr>
            <a:r>
              <a:rPr lang="pl-PL" dirty="0">
                <a:solidFill>
                  <a:srgbClr val="000000"/>
                </a:solidFill>
              </a:rPr>
              <a:t>We would like to see if solid thresholds can be created to separate OK from NOK data.</a:t>
            </a:r>
          </a:p>
          <a:p>
            <a:pPr marL="171450" indent="-171450">
              <a:buFont typeface="Arial" pitchFamily="34" charset="0"/>
              <a:buChar char="•"/>
            </a:pPr>
            <a:r>
              <a:rPr lang="pl-PL" dirty="0">
                <a:solidFill>
                  <a:srgbClr val="000000"/>
                </a:solidFill>
              </a:rPr>
              <a:t>The threshold was set to 500000</a:t>
            </a:r>
          </a:p>
          <a:p>
            <a:pPr marL="171450" indent="-171450">
              <a:buFont typeface="Arial" pitchFamily="34" charset="0"/>
              <a:buChar char="•"/>
            </a:pPr>
            <a:r>
              <a:rPr lang="pl-PL" dirty="0">
                <a:solidFill>
                  <a:srgbClr val="000000"/>
                </a:solidFill>
              </a:rPr>
              <a:t>We can see that there is clear difference between the ok and nok samples</a:t>
            </a: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pic>
        <p:nvPicPr>
          <p:cNvPr id="13" name="Picture 12">
            <a:extLst>
              <a:ext uri="{FF2B5EF4-FFF2-40B4-BE49-F238E27FC236}">
                <a16:creationId xmlns:a16="http://schemas.microsoft.com/office/drawing/2014/main" id="{E9764696-7F84-28B3-CE96-2692BB89E8E2}"/>
              </a:ext>
            </a:extLst>
          </p:cNvPr>
          <p:cNvPicPr>
            <a:picLocks noChangeAspect="1"/>
          </p:cNvPicPr>
          <p:nvPr/>
        </p:nvPicPr>
        <p:blipFill>
          <a:blip r:embed="rId2"/>
          <a:stretch>
            <a:fillRect/>
          </a:stretch>
        </p:blipFill>
        <p:spPr>
          <a:xfrm>
            <a:off x="6590897" y="2997451"/>
            <a:ext cx="1408048" cy="1408048"/>
          </a:xfrm>
          <a:prstGeom prst="rect">
            <a:avLst/>
          </a:prstGeom>
        </p:spPr>
      </p:pic>
      <p:pic>
        <p:nvPicPr>
          <p:cNvPr id="15" name="Picture 14">
            <a:extLst>
              <a:ext uri="{FF2B5EF4-FFF2-40B4-BE49-F238E27FC236}">
                <a16:creationId xmlns:a16="http://schemas.microsoft.com/office/drawing/2014/main" id="{8D6FB812-0C41-B9EB-F4F3-39C0537555B5}"/>
              </a:ext>
            </a:extLst>
          </p:cNvPr>
          <p:cNvPicPr>
            <a:picLocks noChangeAspect="1"/>
          </p:cNvPicPr>
          <p:nvPr/>
        </p:nvPicPr>
        <p:blipFill>
          <a:blip r:embed="rId3"/>
          <a:stretch>
            <a:fillRect/>
          </a:stretch>
        </p:blipFill>
        <p:spPr>
          <a:xfrm>
            <a:off x="986441" y="537490"/>
            <a:ext cx="4452023" cy="2060695"/>
          </a:xfrm>
          <a:prstGeom prst="rect">
            <a:avLst/>
          </a:prstGeom>
        </p:spPr>
      </p:pic>
      <p:pic>
        <p:nvPicPr>
          <p:cNvPr id="17" name="Picture 16">
            <a:extLst>
              <a:ext uri="{FF2B5EF4-FFF2-40B4-BE49-F238E27FC236}">
                <a16:creationId xmlns:a16="http://schemas.microsoft.com/office/drawing/2014/main" id="{CFC6287E-9253-67E2-71AF-4BFBA31962A5}"/>
              </a:ext>
            </a:extLst>
          </p:cNvPr>
          <p:cNvPicPr>
            <a:picLocks noChangeAspect="1"/>
          </p:cNvPicPr>
          <p:nvPr/>
        </p:nvPicPr>
        <p:blipFill>
          <a:blip r:embed="rId4"/>
          <a:stretch>
            <a:fillRect/>
          </a:stretch>
        </p:blipFill>
        <p:spPr>
          <a:xfrm>
            <a:off x="986080" y="2619247"/>
            <a:ext cx="4452023" cy="2050073"/>
          </a:xfrm>
          <a:prstGeom prst="rect">
            <a:avLst/>
          </a:prstGeom>
        </p:spPr>
      </p:pic>
    </p:spTree>
    <p:extLst>
      <p:ext uri="{BB962C8B-B14F-4D97-AF65-F5344CB8AC3E}">
        <p14:creationId xmlns:p14="http://schemas.microsoft.com/office/powerpoint/2010/main" val="419400422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DE01C-B0BE-FB06-9BE9-2896A671B2A9}"/>
              </a:ext>
            </a:extLst>
          </p:cNvPr>
          <p:cNvSpPr>
            <a:spLocks noGrp="1"/>
          </p:cNvSpPr>
          <p:nvPr>
            <p:ph type="title"/>
          </p:nvPr>
        </p:nvSpPr>
        <p:spPr>
          <a:xfrm>
            <a:off x="359999" y="2192762"/>
            <a:ext cx="8424001" cy="593817"/>
          </a:xfrm>
        </p:spPr>
        <p:txBody>
          <a:bodyPr lIns="36000" tIns="36000" rIns="36000" bIns="36000"/>
          <a:lstStyle/>
          <a:p>
            <a:pPr algn="ctr"/>
            <a:r>
              <a:rPr lang="pl-PL" altLang="zh-CN" sz="3200" dirty="0"/>
              <a:t>6 samples, environment noise on</a:t>
            </a:r>
            <a:endParaRPr lang="en-GB" sz="3200" dirty="0"/>
          </a:p>
        </p:txBody>
      </p:sp>
      <p:sp>
        <p:nvSpPr>
          <p:cNvPr id="3" name="Footer Placeholder 2">
            <a:extLst>
              <a:ext uri="{FF2B5EF4-FFF2-40B4-BE49-F238E27FC236}">
                <a16:creationId xmlns:a16="http://schemas.microsoft.com/office/drawing/2014/main" id="{55EE606E-07CB-407A-8EC9-E852BC2E6E7E}"/>
              </a:ext>
            </a:extLst>
          </p:cNvPr>
          <p:cNvSpPr>
            <a:spLocks noGrp="1"/>
          </p:cNvSpPr>
          <p:nvPr>
            <p:ph type="ftr" sz="quarter" idx="10"/>
          </p:nvPr>
        </p:nvSpPr>
        <p:spPr/>
        <p:txBody>
          <a:bodyPr/>
          <a:lstStyle/>
          <a:p>
            <a:pPr>
              <a:lnSpc>
                <a:spcPts val="800"/>
              </a:lnSpc>
            </a:pPr>
            <a:endParaRPr lang="en-US"/>
          </a:p>
        </p:txBody>
      </p:sp>
      <p:sp>
        <p:nvSpPr>
          <p:cNvPr id="4" name="Slide Number Placeholder 3">
            <a:extLst>
              <a:ext uri="{FF2B5EF4-FFF2-40B4-BE49-F238E27FC236}">
                <a16:creationId xmlns:a16="http://schemas.microsoft.com/office/drawing/2014/main" id="{24288D88-821A-3B21-56A0-91F8E4408C93}"/>
              </a:ext>
            </a:extLst>
          </p:cNvPr>
          <p:cNvSpPr>
            <a:spLocks noGrp="1"/>
          </p:cNvSpPr>
          <p:nvPr>
            <p:ph type="sldNum" sz="quarter" idx="11"/>
          </p:nvPr>
        </p:nvSpPr>
        <p:spPr/>
        <p:txBody>
          <a:bodyPr/>
          <a:lstStyle/>
          <a:p>
            <a:pPr>
              <a:lnSpc>
                <a:spcPts val="800"/>
              </a:lnSpc>
            </a:pPr>
            <a:fld id="{D985BC7C-F6A2-4FED-9217-735A5E10A319}" type="slidenum">
              <a:rPr lang="en-US" smtClean="0"/>
              <a:pPr>
                <a:lnSpc>
                  <a:spcPts val="800"/>
                </a:lnSpc>
              </a:pPr>
              <a:t>14</a:t>
            </a:fld>
            <a:endParaRPr lang="en-US"/>
          </a:p>
        </p:txBody>
      </p:sp>
    </p:spTree>
    <p:extLst>
      <p:ext uri="{BB962C8B-B14F-4D97-AF65-F5344CB8AC3E}">
        <p14:creationId xmlns:p14="http://schemas.microsoft.com/office/powerpoint/2010/main" val="402762106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AB78C58-7FBA-D627-0157-31632F2450F0}"/>
              </a:ext>
            </a:extLst>
          </p:cNvPr>
          <p:cNvPicPr>
            <a:picLocks noChangeAspect="1"/>
          </p:cNvPicPr>
          <p:nvPr/>
        </p:nvPicPr>
        <p:blipFill rotWithShape="1">
          <a:blip r:embed="rId2"/>
          <a:srcRect r="6887"/>
          <a:stretch/>
        </p:blipFill>
        <p:spPr>
          <a:xfrm>
            <a:off x="4377804" y="1020789"/>
            <a:ext cx="4488758" cy="2271600"/>
          </a:xfrm>
          <a:prstGeom prst="rect">
            <a:avLst/>
          </a:prstGeom>
        </p:spPr>
      </p:pic>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452078" y="674915"/>
            <a:ext cx="8484324" cy="3964961"/>
          </a:xfrm>
          <a:prstGeom prst="rect">
            <a:avLst/>
          </a:prstGeom>
        </p:spPr>
        <p:txBody>
          <a:bodyPr>
            <a:normAutofit lnSpcReduction="10000"/>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dirty="0">
                <a:solidFill>
                  <a:srgbClr val="000000"/>
                </a:solidFill>
              </a:rPr>
              <a:t>Noise present in the data prevents usage of autencoder. Identical approach was used as for 1 sample with noise</a:t>
            </a: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r>
              <a:rPr lang="pl-PL" dirty="0">
                <a:solidFill>
                  <a:srgbClr val="000000"/>
                </a:solidFill>
              </a:rPr>
              <a:t>Abnormal noise have visible differences in initial moments of release phase. Probably metalic object is hiting another creating instance of noice visible in high frequencies, outside of ambient noise created by the anechoric chamber. I will use that phenomena for further analysis.</a:t>
            </a: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pic>
        <p:nvPicPr>
          <p:cNvPr id="4" name="Picture 3">
            <a:extLst>
              <a:ext uri="{FF2B5EF4-FFF2-40B4-BE49-F238E27FC236}">
                <a16:creationId xmlns:a16="http://schemas.microsoft.com/office/drawing/2014/main" id="{B698EA18-2FAD-C70B-1DA8-DD8CE3F81D74}"/>
              </a:ext>
            </a:extLst>
          </p:cNvPr>
          <p:cNvPicPr>
            <a:picLocks noChangeAspect="1"/>
          </p:cNvPicPr>
          <p:nvPr/>
        </p:nvPicPr>
        <p:blipFill rotWithShape="1">
          <a:blip r:embed="rId3"/>
          <a:srcRect r="3807"/>
          <a:stretch/>
        </p:blipFill>
        <p:spPr>
          <a:xfrm>
            <a:off x="298793" y="1021009"/>
            <a:ext cx="4145992" cy="2271380"/>
          </a:xfrm>
          <a:prstGeom prst="rect">
            <a:avLst/>
          </a:prstGeom>
        </p:spPr>
      </p:pic>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3. Results - 6 samples, environment noise ON, database creation</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15</a:t>
            </a:fld>
            <a:endParaRPr lang="en-US"/>
          </a:p>
        </p:txBody>
      </p:sp>
      <p:sp>
        <p:nvSpPr>
          <p:cNvPr id="10" name="Rectangle 9">
            <a:extLst>
              <a:ext uri="{FF2B5EF4-FFF2-40B4-BE49-F238E27FC236}">
                <a16:creationId xmlns:a16="http://schemas.microsoft.com/office/drawing/2014/main" id="{379FE86B-842B-C909-8DBD-959E37B6DCE9}"/>
              </a:ext>
            </a:extLst>
          </p:cNvPr>
          <p:cNvSpPr/>
          <p:nvPr/>
        </p:nvSpPr>
        <p:spPr>
          <a:xfrm>
            <a:off x="3538573" y="1319519"/>
            <a:ext cx="906211" cy="1950308"/>
          </a:xfrm>
          <a:prstGeom prst="rect">
            <a:avLst/>
          </a:prstGeom>
          <a:noFill/>
          <a:ln w="63500" cap="flat" cmpd="sng" algn="ctr">
            <a:solidFill>
              <a:srgbClr val="00B05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GB" sz="1200" b="0" i="0" u="none" strike="noStrike" kern="0" cap="none" spc="0" normalizeH="0" baseline="0" noProof="0" dirty="0" err="1">
              <a:ln>
                <a:noFill/>
              </a:ln>
              <a:solidFill>
                <a:srgbClr val="000000"/>
              </a:solidFill>
              <a:effectLst/>
              <a:uLnTx/>
              <a:uFillTx/>
              <a:latin typeface="Tahoma"/>
              <a:ea typeface="+mn-ea"/>
              <a:cs typeface="Tahoma" pitchFamily="34" charset="0"/>
            </a:endParaRPr>
          </a:p>
        </p:txBody>
      </p:sp>
      <p:sp>
        <p:nvSpPr>
          <p:cNvPr id="12" name="Rectangle 11">
            <a:extLst>
              <a:ext uri="{FF2B5EF4-FFF2-40B4-BE49-F238E27FC236}">
                <a16:creationId xmlns:a16="http://schemas.microsoft.com/office/drawing/2014/main" id="{6666346C-B11C-9D70-0344-23369C94D5C4}"/>
              </a:ext>
            </a:extLst>
          </p:cNvPr>
          <p:cNvSpPr/>
          <p:nvPr/>
        </p:nvSpPr>
        <p:spPr>
          <a:xfrm>
            <a:off x="7524857" y="1319519"/>
            <a:ext cx="1079144" cy="1950308"/>
          </a:xfrm>
          <a:prstGeom prst="rect">
            <a:avLst/>
          </a:prstGeom>
          <a:noFill/>
          <a:ln w="63500" cap="flat" cmpd="sng" algn="ctr">
            <a:solidFill>
              <a:srgbClr val="00B05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GB" sz="1200" b="0" i="0" u="none" strike="noStrike" kern="0" cap="none" spc="0" normalizeH="0" baseline="0" noProof="0" dirty="0" err="1">
              <a:ln>
                <a:noFill/>
              </a:ln>
              <a:solidFill>
                <a:srgbClr val="000000"/>
              </a:solidFill>
              <a:effectLst/>
              <a:uLnTx/>
              <a:uFillTx/>
              <a:latin typeface="Tahoma"/>
              <a:ea typeface="+mn-ea"/>
              <a:cs typeface="Tahoma" pitchFamily="34" charset="0"/>
            </a:endParaRPr>
          </a:p>
        </p:txBody>
      </p:sp>
      <p:cxnSp>
        <p:nvCxnSpPr>
          <p:cNvPr id="19" name="Straight Arrow Connector 18">
            <a:extLst>
              <a:ext uri="{FF2B5EF4-FFF2-40B4-BE49-F238E27FC236}">
                <a16:creationId xmlns:a16="http://schemas.microsoft.com/office/drawing/2014/main" id="{BF4BB008-B62F-AF28-46A5-1E6D8865EAFA}"/>
              </a:ext>
            </a:extLst>
          </p:cNvPr>
          <p:cNvCxnSpPr>
            <a:cxnSpLocks/>
            <a:stCxn id="22" idx="3"/>
            <a:endCxn id="12" idx="2"/>
          </p:cNvCxnSpPr>
          <p:nvPr/>
        </p:nvCxnSpPr>
        <p:spPr>
          <a:xfrm flipV="1">
            <a:off x="7719966" y="3269827"/>
            <a:ext cx="344463" cy="408097"/>
          </a:xfrm>
          <a:prstGeom prst="straightConnector1">
            <a:avLst/>
          </a:prstGeom>
          <a:noFill/>
          <a:ln w="28575" cap="rnd" cmpd="sng" algn="ctr">
            <a:solidFill>
              <a:srgbClr val="00ABE7"/>
            </a:solidFill>
            <a:prstDash val="sysDot"/>
            <a:round/>
            <a:tailEnd type="triangle"/>
          </a:ln>
          <a:effectLst/>
        </p:spPr>
      </p:cxnSp>
      <p:sp>
        <p:nvSpPr>
          <p:cNvPr id="22" name="TextBox 21">
            <a:extLst>
              <a:ext uri="{FF2B5EF4-FFF2-40B4-BE49-F238E27FC236}">
                <a16:creationId xmlns:a16="http://schemas.microsoft.com/office/drawing/2014/main" id="{4C9C2374-BE33-CF5E-6A73-1325448DF02A}"/>
              </a:ext>
            </a:extLst>
          </p:cNvPr>
          <p:cNvSpPr txBox="1"/>
          <p:nvPr/>
        </p:nvSpPr>
        <p:spPr>
          <a:xfrm>
            <a:off x="5299495" y="3456906"/>
            <a:ext cx="2420471" cy="442035"/>
          </a:xfrm>
          <a:prstGeom prst="rect">
            <a:avLst/>
          </a:prstGeom>
        </p:spPr>
        <p:style>
          <a:lnRef idx="2">
            <a:schemeClr val="accent2"/>
          </a:lnRef>
          <a:fillRef idx="1">
            <a:schemeClr val="lt1"/>
          </a:fillRef>
          <a:effectRef idx="0">
            <a:schemeClr val="accent2"/>
          </a:effectRef>
          <a:fontRef idx="minor">
            <a:schemeClr val="dk1"/>
          </a:fontRef>
        </p:style>
        <p:txBody>
          <a:bodyPr wrap="square" lIns="36000" tIns="36000" rIns="108000" bIns="36000" rtlCol="0">
            <a:spAutoFit/>
          </a:bodyPr>
          <a:lstStyle/>
          <a:p>
            <a:pPr marL="0" marR="0" indent="0" algn="r"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Visible differences in frequencies 4kHz to 8kHz</a:t>
            </a:r>
            <a:endParaRPr kumimoji="0" lang="en-GB" sz="1200" b="0" i="0" u="none" strike="noStrike" kern="0" cap="none" spc="0" normalizeH="0" baseline="0" noProof="0" dirty="0">
              <a:ln>
                <a:noFill/>
              </a:ln>
              <a:solidFill>
                <a:srgbClr val="000000"/>
              </a:solidFill>
              <a:effectLst/>
              <a:uLnTx/>
              <a:uFillTx/>
            </a:endParaRPr>
          </a:p>
        </p:txBody>
      </p:sp>
      <p:sp>
        <p:nvSpPr>
          <p:cNvPr id="24" name="Rectangle 23">
            <a:extLst>
              <a:ext uri="{FF2B5EF4-FFF2-40B4-BE49-F238E27FC236}">
                <a16:creationId xmlns:a16="http://schemas.microsoft.com/office/drawing/2014/main" id="{4CC3BC70-A1B2-0024-F902-9E306F51A6EA}"/>
              </a:ext>
            </a:extLst>
          </p:cNvPr>
          <p:cNvSpPr/>
          <p:nvPr/>
        </p:nvSpPr>
        <p:spPr>
          <a:xfrm>
            <a:off x="1209806" y="1319519"/>
            <a:ext cx="856340" cy="1950308"/>
          </a:xfrm>
          <a:prstGeom prst="rect">
            <a:avLst/>
          </a:prstGeom>
          <a:noFill/>
          <a:ln w="63500" cap="flat" cmpd="sng" algn="ctr">
            <a:solidFill>
              <a:srgbClr val="0070C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GB" sz="1200" b="0" i="0" u="none" strike="noStrike" kern="0" cap="none" spc="0" normalizeH="0" baseline="0" noProof="0" dirty="0" err="1">
              <a:ln>
                <a:noFill/>
              </a:ln>
              <a:solidFill>
                <a:srgbClr val="000000"/>
              </a:solidFill>
              <a:effectLst/>
              <a:uLnTx/>
              <a:uFillTx/>
              <a:latin typeface="Tahoma"/>
              <a:ea typeface="+mn-ea"/>
              <a:cs typeface="Tahoma" pitchFamily="34" charset="0"/>
            </a:endParaRPr>
          </a:p>
        </p:txBody>
      </p:sp>
      <p:sp>
        <p:nvSpPr>
          <p:cNvPr id="25" name="Rectangle 24">
            <a:extLst>
              <a:ext uri="{FF2B5EF4-FFF2-40B4-BE49-F238E27FC236}">
                <a16:creationId xmlns:a16="http://schemas.microsoft.com/office/drawing/2014/main" id="{5D75B1D4-F078-4617-A9BC-2C0B973A587F}"/>
              </a:ext>
            </a:extLst>
          </p:cNvPr>
          <p:cNvSpPr/>
          <p:nvPr/>
        </p:nvSpPr>
        <p:spPr>
          <a:xfrm>
            <a:off x="5114844" y="1416232"/>
            <a:ext cx="1214101" cy="1853595"/>
          </a:xfrm>
          <a:prstGeom prst="rect">
            <a:avLst/>
          </a:prstGeom>
          <a:noFill/>
          <a:ln w="63500" cap="flat" cmpd="sng" algn="ctr">
            <a:solidFill>
              <a:srgbClr val="0070C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GB" sz="1200" b="0" i="0" u="none" strike="noStrike" kern="0" cap="none" spc="0" normalizeH="0" baseline="0" noProof="0" dirty="0" err="1">
              <a:ln>
                <a:noFill/>
              </a:ln>
              <a:solidFill>
                <a:srgbClr val="000000"/>
              </a:solidFill>
              <a:effectLst/>
              <a:uLnTx/>
              <a:uFillTx/>
              <a:latin typeface="Tahoma"/>
              <a:ea typeface="+mn-ea"/>
              <a:cs typeface="Tahoma" pitchFamily="34" charset="0"/>
            </a:endParaRPr>
          </a:p>
        </p:txBody>
      </p:sp>
      <p:sp>
        <p:nvSpPr>
          <p:cNvPr id="26" name="TextBox 25">
            <a:extLst>
              <a:ext uri="{FF2B5EF4-FFF2-40B4-BE49-F238E27FC236}">
                <a16:creationId xmlns:a16="http://schemas.microsoft.com/office/drawing/2014/main" id="{848C96C0-BFFC-A1A1-4667-EEB5B5576494}"/>
              </a:ext>
            </a:extLst>
          </p:cNvPr>
          <p:cNvSpPr txBox="1"/>
          <p:nvPr/>
        </p:nvSpPr>
        <p:spPr>
          <a:xfrm>
            <a:off x="309380" y="3506001"/>
            <a:ext cx="1029334" cy="257369"/>
          </a:xfrm>
          <a:prstGeom prst="rect">
            <a:avLst/>
          </a:prstGeom>
        </p:spPr>
        <p:style>
          <a:lnRef idx="2">
            <a:schemeClr val="accent2"/>
          </a:lnRef>
          <a:fillRef idx="1">
            <a:schemeClr val="lt1"/>
          </a:fillRef>
          <a:effectRef idx="0">
            <a:schemeClr val="accent2"/>
          </a:effectRef>
          <a:fontRef idx="minor">
            <a:schemeClr val="dk1"/>
          </a:fontRef>
        </p:style>
        <p:txBody>
          <a:bodyPr wrap="square" lIns="36000" tIns="36000" rIns="108000" bIns="36000" rtlCol="0">
            <a:spAutoFit/>
          </a:bodyPr>
          <a:lstStyle/>
          <a:p>
            <a:pPr marL="0" marR="0" indent="0" algn="r"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Apply phase</a:t>
            </a:r>
            <a:endParaRPr kumimoji="0" lang="en-GB" sz="1200" b="0" i="0" u="none" strike="noStrike" kern="0" cap="none" spc="0" normalizeH="0" baseline="0" noProof="0" dirty="0">
              <a:ln>
                <a:noFill/>
              </a:ln>
              <a:solidFill>
                <a:srgbClr val="000000"/>
              </a:solidFill>
              <a:effectLst/>
              <a:uLnTx/>
              <a:uFillTx/>
            </a:endParaRPr>
          </a:p>
        </p:txBody>
      </p:sp>
      <p:cxnSp>
        <p:nvCxnSpPr>
          <p:cNvPr id="27" name="Straight Arrow Connector 26">
            <a:extLst>
              <a:ext uri="{FF2B5EF4-FFF2-40B4-BE49-F238E27FC236}">
                <a16:creationId xmlns:a16="http://schemas.microsoft.com/office/drawing/2014/main" id="{A2D162FC-CF30-13EB-B80C-E5910ED4F1D9}"/>
              </a:ext>
            </a:extLst>
          </p:cNvPr>
          <p:cNvCxnSpPr>
            <a:cxnSpLocks/>
            <a:stCxn id="26" idx="3"/>
          </p:cNvCxnSpPr>
          <p:nvPr/>
        </p:nvCxnSpPr>
        <p:spPr>
          <a:xfrm flipV="1">
            <a:off x="1338714" y="3286155"/>
            <a:ext cx="292399" cy="348531"/>
          </a:xfrm>
          <a:prstGeom prst="straightConnector1">
            <a:avLst/>
          </a:prstGeom>
          <a:noFill/>
          <a:ln w="28575" cap="rnd" cmpd="sng" algn="ctr">
            <a:solidFill>
              <a:srgbClr val="00ABE7"/>
            </a:solidFill>
            <a:prstDash val="sysDot"/>
            <a:round/>
            <a:tailEnd type="triangle"/>
          </a:ln>
          <a:effectLst/>
        </p:spPr>
      </p:cxnSp>
      <p:sp>
        <p:nvSpPr>
          <p:cNvPr id="30" name="TextBox 29">
            <a:extLst>
              <a:ext uri="{FF2B5EF4-FFF2-40B4-BE49-F238E27FC236}">
                <a16:creationId xmlns:a16="http://schemas.microsoft.com/office/drawing/2014/main" id="{2EABE607-09B5-05E1-6493-31B521314725}"/>
              </a:ext>
            </a:extLst>
          </p:cNvPr>
          <p:cNvSpPr txBox="1"/>
          <p:nvPr/>
        </p:nvSpPr>
        <p:spPr>
          <a:xfrm>
            <a:off x="2075780" y="3509118"/>
            <a:ext cx="1170395" cy="257369"/>
          </a:xfrm>
          <a:prstGeom prst="rect">
            <a:avLst/>
          </a:prstGeom>
        </p:spPr>
        <p:style>
          <a:lnRef idx="2">
            <a:schemeClr val="accent2"/>
          </a:lnRef>
          <a:fillRef idx="1">
            <a:schemeClr val="lt1"/>
          </a:fillRef>
          <a:effectRef idx="0">
            <a:schemeClr val="accent2"/>
          </a:effectRef>
          <a:fontRef idx="minor">
            <a:schemeClr val="dk1"/>
          </a:fontRef>
        </p:style>
        <p:txBody>
          <a:bodyPr wrap="square" lIns="36000" tIns="36000" rIns="108000" bIns="36000" rtlCol="0">
            <a:spAutoFit/>
          </a:bodyPr>
          <a:lstStyle/>
          <a:p>
            <a:pPr marL="0" marR="0" indent="0" algn="r"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Release</a:t>
            </a:r>
            <a:r>
              <a:rPr kumimoji="0" lang="pl-PL" sz="1200" b="0" i="0" u="none" strike="noStrike" kern="0" cap="none" spc="0" normalizeH="0" baseline="0" noProof="0" dirty="0">
                <a:ln>
                  <a:noFill/>
                </a:ln>
                <a:solidFill>
                  <a:srgbClr val="000000"/>
                </a:solidFill>
                <a:effectLst/>
                <a:uLnTx/>
                <a:uFillTx/>
              </a:rPr>
              <a:t> phase</a:t>
            </a:r>
            <a:endParaRPr kumimoji="0" lang="en-GB" sz="1200" b="0" i="0" u="none" strike="noStrike" kern="0" cap="none" spc="0" normalizeH="0" baseline="0" noProof="0" dirty="0">
              <a:ln>
                <a:noFill/>
              </a:ln>
              <a:solidFill>
                <a:srgbClr val="000000"/>
              </a:solidFill>
              <a:effectLst/>
              <a:uLnTx/>
              <a:uFillTx/>
            </a:endParaRPr>
          </a:p>
        </p:txBody>
      </p:sp>
      <p:cxnSp>
        <p:nvCxnSpPr>
          <p:cNvPr id="31" name="Straight Arrow Connector 30">
            <a:extLst>
              <a:ext uri="{FF2B5EF4-FFF2-40B4-BE49-F238E27FC236}">
                <a16:creationId xmlns:a16="http://schemas.microsoft.com/office/drawing/2014/main" id="{C63F198D-02A7-7512-4019-55A406ED377A}"/>
              </a:ext>
            </a:extLst>
          </p:cNvPr>
          <p:cNvCxnSpPr>
            <a:cxnSpLocks/>
            <a:stCxn id="30" idx="3"/>
          </p:cNvCxnSpPr>
          <p:nvPr/>
        </p:nvCxnSpPr>
        <p:spPr>
          <a:xfrm flipV="1">
            <a:off x="3246175" y="3289272"/>
            <a:ext cx="292399" cy="348531"/>
          </a:xfrm>
          <a:prstGeom prst="straightConnector1">
            <a:avLst/>
          </a:prstGeom>
          <a:noFill/>
          <a:ln w="28575" cap="rnd" cmpd="sng" algn="ctr">
            <a:solidFill>
              <a:srgbClr val="00ABE7"/>
            </a:solidFill>
            <a:prstDash val="sysDot"/>
            <a:round/>
            <a:tailEnd type="triangle"/>
          </a:ln>
          <a:effectLst/>
        </p:spPr>
      </p:cxnSp>
      <p:sp>
        <p:nvSpPr>
          <p:cNvPr id="10241" name="TextBox 10240">
            <a:extLst>
              <a:ext uri="{FF2B5EF4-FFF2-40B4-BE49-F238E27FC236}">
                <a16:creationId xmlns:a16="http://schemas.microsoft.com/office/drawing/2014/main" id="{B2D823A8-A47C-9CBF-D679-9D0D4BF79540}"/>
              </a:ext>
            </a:extLst>
          </p:cNvPr>
          <p:cNvSpPr txBox="1"/>
          <p:nvPr/>
        </p:nvSpPr>
        <p:spPr>
          <a:xfrm>
            <a:off x="3534325" y="3436230"/>
            <a:ext cx="1326912" cy="442035"/>
          </a:xfrm>
          <a:prstGeom prst="rect">
            <a:avLst/>
          </a:prstGeom>
        </p:spPr>
        <p:style>
          <a:lnRef idx="2">
            <a:schemeClr val="accent2"/>
          </a:lnRef>
          <a:fillRef idx="1">
            <a:schemeClr val="lt1"/>
          </a:fillRef>
          <a:effectRef idx="0">
            <a:schemeClr val="accent2"/>
          </a:effectRef>
          <a:fontRef idx="minor">
            <a:schemeClr val="dk1"/>
          </a:fontRef>
        </p:style>
        <p:txBody>
          <a:bodyPr wrap="square" lIns="36000" tIns="36000" rIns="108000" bIns="36000" rtlCol="0">
            <a:spAutoFit/>
          </a:bodyPr>
          <a:lstStyle/>
          <a:p>
            <a:pPr marL="0" marR="0" indent="0"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Little differenece compared to ok</a:t>
            </a:r>
            <a:endParaRPr kumimoji="0" lang="en-GB" sz="1200" b="0" i="0" u="none" strike="noStrike" kern="0" cap="none" spc="0" normalizeH="0" baseline="0" noProof="0" dirty="0">
              <a:ln>
                <a:noFill/>
              </a:ln>
              <a:solidFill>
                <a:srgbClr val="000000"/>
              </a:solidFill>
              <a:effectLst/>
              <a:uLnTx/>
              <a:uFillTx/>
            </a:endParaRPr>
          </a:p>
        </p:txBody>
      </p:sp>
      <p:cxnSp>
        <p:nvCxnSpPr>
          <p:cNvPr id="10243" name="Straight Arrow Connector 10242">
            <a:extLst>
              <a:ext uri="{FF2B5EF4-FFF2-40B4-BE49-F238E27FC236}">
                <a16:creationId xmlns:a16="http://schemas.microsoft.com/office/drawing/2014/main" id="{4ACED2AD-11F5-C3DF-2C20-1B16FF36493F}"/>
              </a:ext>
            </a:extLst>
          </p:cNvPr>
          <p:cNvCxnSpPr>
            <a:cxnSpLocks/>
            <a:stCxn id="10241" idx="3"/>
          </p:cNvCxnSpPr>
          <p:nvPr/>
        </p:nvCxnSpPr>
        <p:spPr>
          <a:xfrm flipV="1">
            <a:off x="4861237" y="3269827"/>
            <a:ext cx="355698" cy="387421"/>
          </a:xfrm>
          <a:prstGeom prst="straightConnector1">
            <a:avLst/>
          </a:prstGeom>
          <a:noFill/>
          <a:ln w="28575" cap="rnd" cmpd="sng" algn="ctr">
            <a:solidFill>
              <a:srgbClr val="00ABE7"/>
            </a:solidFill>
            <a:prstDash val="sysDot"/>
            <a:round/>
            <a:tailEnd type="triangle"/>
          </a:ln>
          <a:effectLst/>
        </p:spPr>
      </p:cxnSp>
    </p:spTree>
    <p:extLst>
      <p:ext uri="{BB962C8B-B14F-4D97-AF65-F5344CB8AC3E}">
        <p14:creationId xmlns:p14="http://schemas.microsoft.com/office/powerpoint/2010/main" val="151118890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FC2F205-680F-2D30-425F-3318E6A437EC}"/>
              </a:ext>
            </a:extLst>
          </p:cNvPr>
          <p:cNvPicPr>
            <a:picLocks noChangeAspect="1"/>
          </p:cNvPicPr>
          <p:nvPr/>
        </p:nvPicPr>
        <p:blipFill>
          <a:blip r:embed="rId2"/>
          <a:stretch>
            <a:fillRect/>
          </a:stretch>
        </p:blipFill>
        <p:spPr>
          <a:xfrm>
            <a:off x="4704552" y="2930124"/>
            <a:ext cx="4114001" cy="1188000"/>
          </a:xfrm>
          <a:prstGeom prst="rect">
            <a:avLst/>
          </a:prstGeom>
        </p:spPr>
      </p:pic>
      <p:pic>
        <p:nvPicPr>
          <p:cNvPr id="8" name="Picture 7">
            <a:extLst>
              <a:ext uri="{FF2B5EF4-FFF2-40B4-BE49-F238E27FC236}">
                <a16:creationId xmlns:a16="http://schemas.microsoft.com/office/drawing/2014/main" id="{D7052D64-203F-866F-21E0-57A694194A36}"/>
              </a:ext>
            </a:extLst>
          </p:cNvPr>
          <p:cNvPicPr>
            <a:picLocks noChangeAspect="1"/>
          </p:cNvPicPr>
          <p:nvPr/>
        </p:nvPicPr>
        <p:blipFill>
          <a:blip r:embed="rId3"/>
          <a:stretch>
            <a:fillRect/>
          </a:stretch>
        </p:blipFill>
        <p:spPr>
          <a:xfrm>
            <a:off x="144766" y="2936771"/>
            <a:ext cx="4113999" cy="1188000"/>
          </a:xfrm>
          <a:prstGeom prst="rect">
            <a:avLst/>
          </a:prstGeom>
        </p:spPr>
      </p:pic>
      <p:pic>
        <p:nvPicPr>
          <p:cNvPr id="6" name="Picture 5">
            <a:extLst>
              <a:ext uri="{FF2B5EF4-FFF2-40B4-BE49-F238E27FC236}">
                <a16:creationId xmlns:a16="http://schemas.microsoft.com/office/drawing/2014/main" id="{4B736EC3-0A23-60CC-7776-4D816364A37A}"/>
              </a:ext>
            </a:extLst>
          </p:cNvPr>
          <p:cNvPicPr>
            <a:picLocks noChangeAspect="1"/>
          </p:cNvPicPr>
          <p:nvPr/>
        </p:nvPicPr>
        <p:blipFill>
          <a:blip r:embed="rId4"/>
          <a:stretch>
            <a:fillRect/>
          </a:stretch>
        </p:blipFill>
        <p:spPr>
          <a:xfrm>
            <a:off x="1974124" y="1100649"/>
            <a:ext cx="5135431" cy="1475071"/>
          </a:xfrm>
          <a:prstGeom prst="rect">
            <a:avLst/>
          </a:prstGeom>
        </p:spPr>
      </p:pic>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3. Results - 6 samples, environment noise ON, database creation</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16</a:t>
            </a:fld>
            <a:endParaRPr lang="en-US"/>
          </a:p>
        </p:txBody>
      </p:sp>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452078" y="674915"/>
            <a:ext cx="8484324" cy="3964961"/>
          </a:xfrm>
          <a:prstGeom prst="rect">
            <a:avLst/>
          </a:prstGeom>
        </p:spPr>
        <p:txBody>
          <a:bodyPr>
            <a:normAutofit lnSpcReduction="10000"/>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dirty="0">
                <a:solidFill>
                  <a:srgbClr val="000000"/>
                </a:solidFill>
              </a:rPr>
              <a:t>Idea is to create a spectral image of 1s of recording starting from the begining of realease phase and compare the abnormal noise with normal noise in frequency range 4000 to 6000</a:t>
            </a: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r>
              <a:rPr lang="pl-PL" dirty="0">
                <a:solidFill>
                  <a:srgbClr val="000000"/>
                </a:solidFill>
              </a:rPr>
              <a:t>As we can extract some signal differences between the normal and abnormal sample, lets create a database out of fft output (fft output is going to be downsampled)</a:t>
            </a: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cxnSp>
        <p:nvCxnSpPr>
          <p:cNvPr id="24" name="Straight Arrow Connector 23">
            <a:extLst>
              <a:ext uri="{FF2B5EF4-FFF2-40B4-BE49-F238E27FC236}">
                <a16:creationId xmlns:a16="http://schemas.microsoft.com/office/drawing/2014/main" id="{CF05F4FB-3E55-EB0E-70DD-CA5D2E22F83B}"/>
              </a:ext>
            </a:extLst>
          </p:cNvPr>
          <p:cNvCxnSpPr/>
          <p:nvPr/>
        </p:nvCxnSpPr>
        <p:spPr>
          <a:xfrm flipH="1">
            <a:off x="4023360" y="2593787"/>
            <a:ext cx="1502797" cy="336337"/>
          </a:xfrm>
          <a:prstGeom prst="straightConnector1">
            <a:avLst/>
          </a:prstGeom>
          <a:noFill/>
          <a:ln w="28575" cap="rnd" cmpd="sng" algn="ctr">
            <a:solidFill>
              <a:srgbClr val="00ABE7"/>
            </a:solidFill>
            <a:prstDash val="sysDot"/>
            <a:round/>
            <a:tailEnd type="triangle"/>
          </a:ln>
          <a:effectLst/>
        </p:spPr>
      </p:cxnSp>
      <p:cxnSp>
        <p:nvCxnSpPr>
          <p:cNvPr id="26" name="Straight Arrow Connector 25">
            <a:extLst>
              <a:ext uri="{FF2B5EF4-FFF2-40B4-BE49-F238E27FC236}">
                <a16:creationId xmlns:a16="http://schemas.microsoft.com/office/drawing/2014/main" id="{BB5F1029-C8D6-DD77-DF89-3877478C62E1}"/>
              </a:ext>
            </a:extLst>
          </p:cNvPr>
          <p:cNvCxnSpPr/>
          <p:nvPr/>
        </p:nvCxnSpPr>
        <p:spPr>
          <a:xfrm>
            <a:off x="5526157" y="2593787"/>
            <a:ext cx="198782" cy="306851"/>
          </a:xfrm>
          <a:prstGeom prst="straightConnector1">
            <a:avLst/>
          </a:prstGeom>
          <a:noFill/>
          <a:ln w="28575" cap="rnd" cmpd="sng" algn="ctr">
            <a:solidFill>
              <a:srgbClr val="00ABE7"/>
            </a:solidFill>
            <a:prstDash val="sysDot"/>
            <a:round/>
            <a:tailEnd type="triangle"/>
          </a:ln>
          <a:effectLst/>
        </p:spPr>
      </p:cxnSp>
      <p:sp>
        <p:nvSpPr>
          <p:cNvPr id="31" name="TextBox 30">
            <a:extLst>
              <a:ext uri="{FF2B5EF4-FFF2-40B4-BE49-F238E27FC236}">
                <a16:creationId xmlns:a16="http://schemas.microsoft.com/office/drawing/2014/main" id="{4E0120BA-C160-8871-D526-6C2CEAB7C5A6}"/>
              </a:ext>
            </a:extLst>
          </p:cNvPr>
          <p:cNvSpPr txBox="1"/>
          <p:nvPr/>
        </p:nvSpPr>
        <p:spPr>
          <a:xfrm>
            <a:off x="452078" y="2588714"/>
            <a:ext cx="565744" cy="257369"/>
          </a:xfrm>
          <a:prstGeom prst="rect">
            <a:avLst/>
          </a:prstGeom>
        </p:spPr>
        <p:style>
          <a:lnRef idx="2">
            <a:schemeClr val="dk1"/>
          </a:lnRef>
          <a:fillRef idx="1">
            <a:schemeClr val="lt1"/>
          </a:fillRef>
          <a:effectRef idx="0">
            <a:schemeClr val="dk1"/>
          </a:effectRef>
          <a:fontRef idx="minor">
            <a:schemeClr val="dk1"/>
          </a:fontRef>
        </p:style>
        <p:txBody>
          <a:bodyPr wrap="square" lIns="36000" tIns="36000" rIns="36000" bIns="36000" rtlCol="0">
            <a:spAutoFit/>
          </a:bodyPr>
          <a:lstStyle/>
          <a:p>
            <a:pPr marL="0" marR="0" indent="0"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Normal</a:t>
            </a:r>
            <a:endParaRPr kumimoji="0" lang="en-GB" sz="1200" b="0" i="0" u="none" strike="noStrike" kern="0" cap="none" spc="0" normalizeH="0" baseline="0" noProof="0" dirty="0">
              <a:ln>
                <a:noFill/>
              </a:ln>
              <a:solidFill>
                <a:srgbClr val="000000"/>
              </a:solidFill>
              <a:effectLst/>
              <a:uLnTx/>
              <a:uFillTx/>
            </a:endParaRPr>
          </a:p>
        </p:txBody>
      </p:sp>
      <p:sp>
        <p:nvSpPr>
          <p:cNvPr id="10240" name="TextBox 10239">
            <a:extLst>
              <a:ext uri="{FF2B5EF4-FFF2-40B4-BE49-F238E27FC236}">
                <a16:creationId xmlns:a16="http://schemas.microsoft.com/office/drawing/2014/main" id="{CAD714A9-AB96-B158-7C62-2B7C184A37AB}"/>
              </a:ext>
            </a:extLst>
          </p:cNvPr>
          <p:cNvSpPr txBox="1"/>
          <p:nvPr/>
        </p:nvSpPr>
        <p:spPr>
          <a:xfrm>
            <a:off x="8067297" y="2584021"/>
            <a:ext cx="716704" cy="257369"/>
          </a:xfrm>
          <a:prstGeom prst="rect">
            <a:avLst/>
          </a:prstGeom>
        </p:spPr>
        <p:style>
          <a:lnRef idx="2">
            <a:schemeClr val="dk1"/>
          </a:lnRef>
          <a:fillRef idx="1">
            <a:schemeClr val="lt1"/>
          </a:fillRef>
          <a:effectRef idx="0">
            <a:schemeClr val="dk1"/>
          </a:effectRef>
          <a:fontRef idx="minor">
            <a:schemeClr val="dk1"/>
          </a:fontRef>
        </p:style>
        <p:txBody>
          <a:bodyPr wrap="square" lIns="36000" tIns="36000" rIns="36000" bIns="36000" rtlCol="0">
            <a:spAutoFit/>
          </a:bodyPr>
          <a:lstStyle/>
          <a:p>
            <a:pPr marL="0" marR="0" indent="0"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Abnormal</a:t>
            </a:r>
            <a:endParaRPr kumimoji="0" lang="en-GB" sz="1200" b="0" i="0" u="none" strike="noStrike" kern="0" cap="none" spc="0" normalizeH="0" baseline="0" noProof="0" dirty="0">
              <a:ln>
                <a:noFill/>
              </a:ln>
              <a:solidFill>
                <a:srgbClr val="000000"/>
              </a:solidFill>
              <a:effectLst/>
              <a:uLnTx/>
              <a:uFillTx/>
            </a:endParaRPr>
          </a:p>
        </p:txBody>
      </p:sp>
      <p:sp>
        <p:nvSpPr>
          <p:cNvPr id="10241" name="Rectangle 10240">
            <a:extLst>
              <a:ext uri="{FF2B5EF4-FFF2-40B4-BE49-F238E27FC236}">
                <a16:creationId xmlns:a16="http://schemas.microsoft.com/office/drawing/2014/main" id="{2DC223C2-FA59-B90C-AAA5-439707B1416B}"/>
              </a:ext>
            </a:extLst>
          </p:cNvPr>
          <p:cNvSpPr/>
          <p:nvPr/>
        </p:nvSpPr>
        <p:spPr>
          <a:xfrm>
            <a:off x="7046259" y="2991477"/>
            <a:ext cx="291993" cy="910046"/>
          </a:xfrm>
          <a:prstGeom prst="rect">
            <a:avLst/>
          </a:prstGeom>
          <a:noFill/>
          <a:ln w="28575" cap="flat" cmpd="sng" algn="ctr">
            <a:solidFill>
              <a:srgbClr val="00B05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GB" sz="1200" b="0" i="0" u="none" strike="noStrike" kern="0" cap="none" spc="0" normalizeH="0" baseline="0" noProof="0" dirty="0" err="1">
              <a:ln>
                <a:noFill/>
              </a:ln>
              <a:solidFill>
                <a:srgbClr val="000000"/>
              </a:solidFill>
              <a:effectLst/>
              <a:uLnTx/>
              <a:uFillTx/>
              <a:latin typeface="Tahoma"/>
              <a:ea typeface="+mn-ea"/>
              <a:cs typeface="Tahoma" pitchFamily="34" charset="0"/>
            </a:endParaRPr>
          </a:p>
        </p:txBody>
      </p:sp>
    </p:spTree>
    <p:extLst>
      <p:ext uri="{BB962C8B-B14F-4D97-AF65-F5344CB8AC3E}">
        <p14:creationId xmlns:p14="http://schemas.microsoft.com/office/powerpoint/2010/main" val="262212114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8AD054-7853-C4FA-3C6F-23436759B467}"/>
              </a:ext>
            </a:extLst>
          </p:cNvPr>
          <p:cNvPicPr>
            <a:picLocks noChangeAspect="1"/>
          </p:cNvPicPr>
          <p:nvPr/>
        </p:nvPicPr>
        <p:blipFill>
          <a:blip r:embed="rId2"/>
          <a:stretch>
            <a:fillRect/>
          </a:stretch>
        </p:blipFill>
        <p:spPr>
          <a:xfrm>
            <a:off x="1180734" y="544665"/>
            <a:ext cx="2727681" cy="1985067"/>
          </a:xfrm>
          <a:prstGeom prst="rect">
            <a:avLst/>
          </a:prstGeom>
        </p:spPr>
      </p:pic>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3. Results – mean regression - training</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17</a:t>
            </a:fld>
            <a:endParaRPr lang="en-US"/>
          </a:p>
        </p:txBody>
      </p:sp>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4341909" y="738001"/>
            <a:ext cx="4594494" cy="1864800"/>
          </a:xfrm>
          <a:prstGeom prst="rect">
            <a:avLst/>
          </a:prstGeom>
        </p:spPr>
        <p:txBody>
          <a:bodyPr>
            <a:normAutofit lnSpcReduction="10000"/>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dirty="0">
                <a:solidFill>
                  <a:srgbClr val="000000"/>
                </a:solidFill>
              </a:rPr>
              <a:t>Database is traditionally split into Train/Test and NOK subsets. </a:t>
            </a:r>
          </a:p>
          <a:p>
            <a:pPr marL="171450" indent="-171450">
              <a:buFont typeface="Arial" pitchFamily="34" charset="0"/>
              <a:buChar char="•"/>
            </a:pPr>
            <a:r>
              <a:rPr lang="pl-PL" b="1" u="sng" dirty="0">
                <a:solidFill>
                  <a:srgbClr val="000000"/>
                </a:solidFill>
              </a:rPr>
              <a:t>Algorithm of choice – Mean Regression</a:t>
            </a:r>
          </a:p>
          <a:p>
            <a:pPr marL="171450" indent="-171450">
              <a:buFont typeface="Arial" pitchFamily="34" charset="0"/>
              <a:buChar char="•"/>
            </a:pPr>
            <a:r>
              <a:rPr lang="pl-PL" dirty="0">
                <a:solidFill>
                  <a:srgbClr val="000000"/>
                </a:solidFill>
              </a:rPr>
              <a:t>Mean FFT was created out of all tests generated in directory 2 from FFTs narrowed to frequency range 4kHz to 6kHz derivied from 1s of recording in release phase.</a:t>
            </a:r>
          </a:p>
          <a:p>
            <a:pPr marL="171450" indent="-171450">
              <a:buFont typeface="Arial" pitchFamily="34" charset="0"/>
              <a:buChar char="•"/>
            </a:pPr>
            <a:r>
              <a:rPr lang="pl-PL" dirty="0">
                <a:solidFill>
                  <a:srgbClr val="000000"/>
                </a:solidFill>
              </a:rPr>
              <a:t>MSE was used as a metric to compare difference between current recoring and mean.</a:t>
            </a:r>
          </a:p>
          <a:p>
            <a:pPr marL="171450" indent="-171450">
              <a:buFont typeface="Arial" pitchFamily="34" charset="0"/>
              <a:buChar char="•"/>
            </a:pPr>
            <a:r>
              <a:rPr lang="pl-PL" dirty="0">
                <a:solidFill>
                  <a:srgbClr val="000000"/>
                </a:solidFill>
              </a:rPr>
              <a:t>Hypothesis is to find profound MSE value differences in given frequency range between normal and abnormal subsets</a:t>
            </a: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cxnSp>
        <p:nvCxnSpPr>
          <p:cNvPr id="10" name="Straight Arrow Connector 9">
            <a:extLst>
              <a:ext uri="{FF2B5EF4-FFF2-40B4-BE49-F238E27FC236}">
                <a16:creationId xmlns:a16="http://schemas.microsoft.com/office/drawing/2014/main" id="{13D72F6C-42C5-A7FF-319C-B8B075E95536}"/>
              </a:ext>
            </a:extLst>
          </p:cNvPr>
          <p:cNvCxnSpPr>
            <a:cxnSpLocks/>
          </p:cNvCxnSpPr>
          <p:nvPr/>
        </p:nvCxnSpPr>
        <p:spPr>
          <a:xfrm flipH="1">
            <a:off x="1464985" y="2431098"/>
            <a:ext cx="277433" cy="401918"/>
          </a:xfrm>
          <a:prstGeom prst="straightConnector1">
            <a:avLst/>
          </a:prstGeom>
          <a:noFill/>
          <a:ln w="28575" cap="rnd" cmpd="sng" algn="ctr">
            <a:solidFill>
              <a:srgbClr val="00ABE7"/>
            </a:solidFill>
            <a:prstDash val="sysDot"/>
            <a:round/>
            <a:tailEnd type="triangle"/>
          </a:ln>
          <a:effectLst/>
        </p:spPr>
      </p:cxnSp>
      <p:cxnSp>
        <p:nvCxnSpPr>
          <p:cNvPr id="12" name="Straight Arrow Connector 11">
            <a:extLst>
              <a:ext uri="{FF2B5EF4-FFF2-40B4-BE49-F238E27FC236}">
                <a16:creationId xmlns:a16="http://schemas.microsoft.com/office/drawing/2014/main" id="{F5017534-D894-C52D-5652-3D52391A20AC}"/>
              </a:ext>
            </a:extLst>
          </p:cNvPr>
          <p:cNvCxnSpPr>
            <a:cxnSpLocks/>
          </p:cNvCxnSpPr>
          <p:nvPr/>
        </p:nvCxnSpPr>
        <p:spPr>
          <a:xfrm>
            <a:off x="3528553" y="2431098"/>
            <a:ext cx="304042" cy="411673"/>
          </a:xfrm>
          <a:prstGeom prst="straightConnector1">
            <a:avLst/>
          </a:prstGeom>
          <a:noFill/>
          <a:ln w="28575" cap="rnd" cmpd="sng" algn="ctr">
            <a:solidFill>
              <a:srgbClr val="00ABE7"/>
            </a:solidFill>
            <a:prstDash val="sysDot"/>
            <a:round/>
            <a:tailEnd type="triangle"/>
          </a:ln>
          <a:effectLst/>
        </p:spPr>
      </p:cxnSp>
      <p:pic>
        <p:nvPicPr>
          <p:cNvPr id="7" name="Picture 6">
            <a:extLst>
              <a:ext uri="{FF2B5EF4-FFF2-40B4-BE49-F238E27FC236}">
                <a16:creationId xmlns:a16="http://schemas.microsoft.com/office/drawing/2014/main" id="{7130FCE8-0E63-C366-C426-CCFF7749D2AD}"/>
              </a:ext>
            </a:extLst>
          </p:cNvPr>
          <p:cNvPicPr>
            <a:picLocks noChangeAspect="1"/>
          </p:cNvPicPr>
          <p:nvPr/>
        </p:nvPicPr>
        <p:blipFill>
          <a:blip r:embed="rId3"/>
          <a:stretch>
            <a:fillRect/>
          </a:stretch>
        </p:blipFill>
        <p:spPr>
          <a:xfrm>
            <a:off x="5376846" y="2713952"/>
            <a:ext cx="3369247" cy="1989010"/>
          </a:xfrm>
          <a:prstGeom prst="rect">
            <a:avLst/>
          </a:prstGeom>
        </p:spPr>
      </p:pic>
      <p:pic>
        <p:nvPicPr>
          <p:cNvPr id="9" name="Picture 8">
            <a:extLst>
              <a:ext uri="{FF2B5EF4-FFF2-40B4-BE49-F238E27FC236}">
                <a16:creationId xmlns:a16="http://schemas.microsoft.com/office/drawing/2014/main" id="{714FA66B-25B0-7665-8A51-F8774E208CF5}"/>
              </a:ext>
            </a:extLst>
          </p:cNvPr>
          <p:cNvPicPr>
            <a:picLocks noChangeAspect="1"/>
          </p:cNvPicPr>
          <p:nvPr/>
        </p:nvPicPr>
        <p:blipFill>
          <a:blip r:embed="rId4"/>
          <a:stretch>
            <a:fillRect/>
          </a:stretch>
        </p:blipFill>
        <p:spPr>
          <a:xfrm>
            <a:off x="2896881" y="2842146"/>
            <a:ext cx="2263218" cy="1661773"/>
          </a:xfrm>
          <a:prstGeom prst="rect">
            <a:avLst/>
          </a:prstGeom>
        </p:spPr>
      </p:pic>
      <p:pic>
        <p:nvPicPr>
          <p:cNvPr id="14" name="Picture 13">
            <a:extLst>
              <a:ext uri="{FF2B5EF4-FFF2-40B4-BE49-F238E27FC236}">
                <a16:creationId xmlns:a16="http://schemas.microsoft.com/office/drawing/2014/main" id="{A6774671-0F99-577A-71FC-A30718411B73}"/>
              </a:ext>
            </a:extLst>
          </p:cNvPr>
          <p:cNvPicPr>
            <a:picLocks noChangeAspect="1"/>
          </p:cNvPicPr>
          <p:nvPr/>
        </p:nvPicPr>
        <p:blipFill>
          <a:blip r:embed="rId5"/>
          <a:stretch>
            <a:fillRect/>
          </a:stretch>
        </p:blipFill>
        <p:spPr>
          <a:xfrm>
            <a:off x="475677" y="2842771"/>
            <a:ext cx="2263219" cy="1661773"/>
          </a:xfrm>
          <a:prstGeom prst="rect">
            <a:avLst/>
          </a:prstGeom>
        </p:spPr>
      </p:pic>
      <p:cxnSp>
        <p:nvCxnSpPr>
          <p:cNvPr id="28" name="Straight Arrow Connector 27">
            <a:extLst>
              <a:ext uri="{FF2B5EF4-FFF2-40B4-BE49-F238E27FC236}">
                <a16:creationId xmlns:a16="http://schemas.microsoft.com/office/drawing/2014/main" id="{0938528C-06CA-BCDC-CC0F-87690AE1CB42}"/>
              </a:ext>
            </a:extLst>
          </p:cNvPr>
          <p:cNvCxnSpPr>
            <a:cxnSpLocks/>
          </p:cNvCxnSpPr>
          <p:nvPr/>
        </p:nvCxnSpPr>
        <p:spPr>
          <a:xfrm flipH="1">
            <a:off x="5142192" y="3888122"/>
            <a:ext cx="234654" cy="0"/>
          </a:xfrm>
          <a:prstGeom prst="straightConnector1">
            <a:avLst/>
          </a:prstGeom>
          <a:noFill/>
          <a:ln w="28575" cap="rnd" cmpd="sng" algn="ctr">
            <a:solidFill>
              <a:srgbClr val="00ABE7"/>
            </a:solidFill>
            <a:prstDash val="sysDot"/>
            <a:round/>
            <a:tailEnd type="triangle"/>
          </a:ln>
          <a:effectLst/>
        </p:spPr>
      </p:cxnSp>
    </p:spTree>
    <p:extLst>
      <p:ext uri="{BB962C8B-B14F-4D97-AF65-F5344CB8AC3E}">
        <p14:creationId xmlns:p14="http://schemas.microsoft.com/office/powerpoint/2010/main" val="13112863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3. Results - mean regression - constant surveillence</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18</a:t>
            </a:fld>
            <a:endParaRPr lang="en-US"/>
          </a:p>
        </p:txBody>
      </p:sp>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5927154" y="738001"/>
            <a:ext cx="3009247" cy="359859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dirty="0">
                <a:solidFill>
                  <a:srgbClr val="000000"/>
                </a:solidFill>
              </a:rPr>
              <a:t>Data is now trained so we would like to see how it behaves on a full recording of Normal and Abnormal noise.</a:t>
            </a:r>
          </a:p>
          <a:p>
            <a:pPr marL="171450" indent="-171450">
              <a:buFont typeface="Arial" pitchFamily="34" charset="0"/>
              <a:buChar char="•"/>
            </a:pPr>
            <a:r>
              <a:rPr lang="pl-PL" dirty="0">
                <a:solidFill>
                  <a:srgbClr val="000000"/>
                </a:solidFill>
              </a:rPr>
              <a:t>We would like to see if solid thresholds can be created to separate OK from NOK data.</a:t>
            </a:r>
          </a:p>
          <a:p>
            <a:pPr marL="171450" indent="-171450">
              <a:buFont typeface="Arial" pitchFamily="34" charset="0"/>
              <a:buChar char="•"/>
            </a:pPr>
            <a:r>
              <a:rPr lang="pl-PL" dirty="0">
                <a:solidFill>
                  <a:srgbClr val="000000"/>
                </a:solidFill>
              </a:rPr>
              <a:t>The threshold was set to 1.0e7</a:t>
            </a:r>
          </a:p>
          <a:p>
            <a:pPr marL="171450" indent="-171450">
              <a:buFont typeface="Arial" pitchFamily="34" charset="0"/>
              <a:buChar char="•"/>
            </a:pPr>
            <a:r>
              <a:rPr lang="pl-PL" dirty="0">
                <a:solidFill>
                  <a:srgbClr val="000000"/>
                </a:solidFill>
              </a:rPr>
              <a:t>We can see that there is a very good, stable model behavior on ok cases without hydraulic pressure</a:t>
            </a: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pic>
        <p:nvPicPr>
          <p:cNvPr id="13" name="Picture 12">
            <a:extLst>
              <a:ext uri="{FF2B5EF4-FFF2-40B4-BE49-F238E27FC236}">
                <a16:creationId xmlns:a16="http://schemas.microsoft.com/office/drawing/2014/main" id="{E9764696-7F84-28B3-CE96-2692BB89E8E2}"/>
              </a:ext>
            </a:extLst>
          </p:cNvPr>
          <p:cNvPicPr>
            <a:picLocks noChangeAspect="1"/>
          </p:cNvPicPr>
          <p:nvPr/>
        </p:nvPicPr>
        <p:blipFill>
          <a:blip r:embed="rId2"/>
          <a:stretch>
            <a:fillRect/>
          </a:stretch>
        </p:blipFill>
        <p:spPr>
          <a:xfrm>
            <a:off x="6590897" y="2997451"/>
            <a:ext cx="1408048" cy="1408048"/>
          </a:xfrm>
          <a:prstGeom prst="rect">
            <a:avLst/>
          </a:prstGeom>
        </p:spPr>
      </p:pic>
      <p:pic>
        <p:nvPicPr>
          <p:cNvPr id="3" name="Picture 2">
            <a:extLst>
              <a:ext uri="{FF2B5EF4-FFF2-40B4-BE49-F238E27FC236}">
                <a16:creationId xmlns:a16="http://schemas.microsoft.com/office/drawing/2014/main" id="{B4E93D79-805F-B81D-3462-0A5EBD0341B6}"/>
              </a:ext>
            </a:extLst>
          </p:cNvPr>
          <p:cNvPicPr>
            <a:picLocks noChangeAspect="1"/>
          </p:cNvPicPr>
          <p:nvPr/>
        </p:nvPicPr>
        <p:blipFill>
          <a:blip r:embed="rId3"/>
          <a:stretch>
            <a:fillRect/>
          </a:stretch>
        </p:blipFill>
        <p:spPr>
          <a:xfrm>
            <a:off x="1031381" y="501493"/>
            <a:ext cx="4555542" cy="2106791"/>
          </a:xfrm>
          <a:prstGeom prst="rect">
            <a:avLst/>
          </a:prstGeom>
        </p:spPr>
      </p:pic>
      <p:pic>
        <p:nvPicPr>
          <p:cNvPr id="6" name="Picture 5">
            <a:extLst>
              <a:ext uri="{FF2B5EF4-FFF2-40B4-BE49-F238E27FC236}">
                <a16:creationId xmlns:a16="http://schemas.microsoft.com/office/drawing/2014/main" id="{F5BD5DC6-7AD6-CCD4-D4CE-01750983190F}"/>
              </a:ext>
            </a:extLst>
          </p:cNvPr>
          <p:cNvPicPr>
            <a:picLocks noChangeAspect="1"/>
          </p:cNvPicPr>
          <p:nvPr/>
        </p:nvPicPr>
        <p:blipFill>
          <a:blip r:embed="rId4"/>
          <a:stretch>
            <a:fillRect/>
          </a:stretch>
        </p:blipFill>
        <p:spPr>
          <a:xfrm>
            <a:off x="1031381" y="2602486"/>
            <a:ext cx="4555542" cy="2097741"/>
          </a:xfrm>
          <a:prstGeom prst="rect">
            <a:avLst/>
          </a:prstGeom>
        </p:spPr>
      </p:pic>
    </p:spTree>
    <p:extLst>
      <p:ext uri="{BB962C8B-B14F-4D97-AF65-F5344CB8AC3E}">
        <p14:creationId xmlns:p14="http://schemas.microsoft.com/office/powerpoint/2010/main" val="183820665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3. Results - mean regression - constant surveillence</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19</a:t>
            </a:fld>
            <a:endParaRPr lang="en-US"/>
          </a:p>
        </p:txBody>
      </p:sp>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5927154" y="738001"/>
            <a:ext cx="3009247" cy="359859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dirty="0">
                <a:solidFill>
                  <a:srgbClr val="000000"/>
                </a:solidFill>
              </a:rPr>
              <a:t>Data is now trained so we would like to see how it behaves on a full recording of Normal and Abnormal noise.</a:t>
            </a:r>
          </a:p>
          <a:p>
            <a:pPr marL="171450" indent="-171450">
              <a:buFont typeface="Arial" pitchFamily="34" charset="0"/>
              <a:buChar char="•"/>
            </a:pPr>
            <a:r>
              <a:rPr lang="pl-PL" dirty="0">
                <a:solidFill>
                  <a:srgbClr val="000000"/>
                </a:solidFill>
              </a:rPr>
              <a:t>We would like to see if solid thresholds can be created to separate OK from NOK data.</a:t>
            </a:r>
          </a:p>
          <a:p>
            <a:pPr marL="171450" indent="-171450">
              <a:buFont typeface="Arial" pitchFamily="34" charset="0"/>
              <a:buChar char="•"/>
            </a:pPr>
            <a:r>
              <a:rPr lang="pl-PL" dirty="0">
                <a:solidFill>
                  <a:srgbClr val="000000"/>
                </a:solidFill>
              </a:rPr>
              <a:t>The threshold was set to 1.0e7</a:t>
            </a:r>
          </a:p>
          <a:p>
            <a:pPr marL="171450" indent="-171450">
              <a:buFont typeface="Arial" pitchFamily="34" charset="0"/>
              <a:buChar char="•"/>
            </a:pPr>
            <a:r>
              <a:rPr lang="pl-PL" dirty="0">
                <a:solidFill>
                  <a:srgbClr val="000000"/>
                </a:solidFill>
              </a:rPr>
              <a:t>OK to NOK separation is very well visible</a:t>
            </a: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pic>
        <p:nvPicPr>
          <p:cNvPr id="13" name="Picture 12">
            <a:extLst>
              <a:ext uri="{FF2B5EF4-FFF2-40B4-BE49-F238E27FC236}">
                <a16:creationId xmlns:a16="http://schemas.microsoft.com/office/drawing/2014/main" id="{E9764696-7F84-28B3-CE96-2692BB89E8E2}"/>
              </a:ext>
            </a:extLst>
          </p:cNvPr>
          <p:cNvPicPr>
            <a:picLocks noChangeAspect="1"/>
          </p:cNvPicPr>
          <p:nvPr/>
        </p:nvPicPr>
        <p:blipFill>
          <a:blip r:embed="rId2"/>
          <a:stretch>
            <a:fillRect/>
          </a:stretch>
        </p:blipFill>
        <p:spPr>
          <a:xfrm>
            <a:off x="6590897" y="2997451"/>
            <a:ext cx="1408048" cy="1408048"/>
          </a:xfrm>
          <a:prstGeom prst="rect">
            <a:avLst/>
          </a:prstGeom>
        </p:spPr>
      </p:pic>
      <p:pic>
        <p:nvPicPr>
          <p:cNvPr id="4" name="Picture 3">
            <a:extLst>
              <a:ext uri="{FF2B5EF4-FFF2-40B4-BE49-F238E27FC236}">
                <a16:creationId xmlns:a16="http://schemas.microsoft.com/office/drawing/2014/main" id="{10C622DD-15F3-6A26-EE27-6B90E9714EDF}"/>
              </a:ext>
            </a:extLst>
          </p:cNvPr>
          <p:cNvPicPr>
            <a:picLocks noChangeAspect="1"/>
          </p:cNvPicPr>
          <p:nvPr/>
        </p:nvPicPr>
        <p:blipFill>
          <a:blip r:embed="rId3"/>
          <a:stretch>
            <a:fillRect/>
          </a:stretch>
        </p:blipFill>
        <p:spPr>
          <a:xfrm>
            <a:off x="207599" y="1216407"/>
            <a:ext cx="5659866" cy="2617505"/>
          </a:xfrm>
          <a:prstGeom prst="rect">
            <a:avLst/>
          </a:prstGeom>
        </p:spPr>
      </p:pic>
    </p:spTree>
    <p:extLst>
      <p:ext uri="{BB962C8B-B14F-4D97-AF65-F5344CB8AC3E}">
        <p14:creationId xmlns:p14="http://schemas.microsoft.com/office/powerpoint/2010/main" val="72361189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3. Results - mean regression - constant surveillence</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20</a:t>
            </a:fld>
            <a:endParaRPr lang="en-US"/>
          </a:p>
        </p:txBody>
      </p:sp>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5927154" y="738001"/>
            <a:ext cx="3009247" cy="359859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dirty="0">
                <a:solidFill>
                  <a:srgbClr val="000000"/>
                </a:solidFill>
              </a:rPr>
              <a:t>There are problematic samples with pressure, the existing solution finds peaks in given frequency range in apply phase</a:t>
            </a:r>
          </a:p>
          <a:p>
            <a:pPr marL="171450" indent="-171450">
              <a:buFont typeface="Arial" pitchFamily="34" charset="0"/>
              <a:buChar char="•"/>
            </a:pPr>
            <a:r>
              <a:rPr lang="pl-PL" dirty="0">
                <a:solidFill>
                  <a:srgbClr val="000000"/>
                </a:solidFill>
              </a:rPr>
              <a:t>These could be ruled out if we had mechanism to disregard the apply phase altogether</a:t>
            </a:r>
          </a:p>
          <a:p>
            <a:pPr marL="171450" indent="-171450">
              <a:buFont typeface="Arial" pitchFamily="34" charset="0"/>
              <a:buChar char="•"/>
            </a:pPr>
            <a:r>
              <a:rPr lang="pl-PL" dirty="0">
                <a:solidFill>
                  <a:srgbClr val="000000"/>
                </a:solidFill>
              </a:rPr>
              <a:t>All of the NOK MSE errors are coming from apply phase, as in the True positive OK samples from before, here also the release phase is scored correctly as ok</a:t>
            </a:r>
          </a:p>
          <a:p>
            <a:pPr marL="171450" indent="-171450">
              <a:buFont typeface="Arial" pitchFamily="34" charset="0"/>
              <a:buChar char="•"/>
            </a:pPr>
            <a:r>
              <a:rPr lang="pl-PL" dirty="0">
                <a:solidFill>
                  <a:srgbClr val="000000"/>
                </a:solidFill>
              </a:rPr>
              <a:t>This has to be worked again in the future, possibly for parts with pressure another model is to be created</a:t>
            </a: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pic>
        <p:nvPicPr>
          <p:cNvPr id="3" name="Picture 2">
            <a:extLst>
              <a:ext uri="{FF2B5EF4-FFF2-40B4-BE49-F238E27FC236}">
                <a16:creationId xmlns:a16="http://schemas.microsoft.com/office/drawing/2014/main" id="{42642E9C-D5AF-90CC-4B86-0F2757B11EBB}"/>
              </a:ext>
            </a:extLst>
          </p:cNvPr>
          <p:cNvPicPr>
            <a:picLocks noChangeAspect="1"/>
          </p:cNvPicPr>
          <p:nvPr/>
        </p:nvPicPr>
        <p:blipFill>
          <a:blip r:embed="rId2"/>
          <a:stretch>
            <a:fillRect/>
          </a:stretch>
        </p:blipFill>
        <p:spPr>
          <a:xfrm>
            <a:off x="1144920" y="556133"/>
            <a:ext cx="4287691" cy="1974401"/>
          </a:xfrm>
          <a:prstGeom prst="rect">
            <a:avLst/>
          </a:prstGeom>
        </p:spPr>
      </p:pic>
      <p:pic>
        <p:nvPicPr>
          <p:cNvPr id="7" name="Picture 6">
            <a:extLst>
              <a:ext uri="{FF2B5EF4-FFF2-40B4-BE49-F238E27FC236}">
                <a16:creationId xmlns:a16="http://schemas.microsoft.com/office/drawing/2014/main" id="{D00D4712-CB37-ECE6-64E7-FEFC72AED553}"/>
              </a:ext>
            </a:extLst>
          </p:cNvPr>
          <p:cNvPicPr>
            <a:picLocks noChangeAspect="1"/>
          </p:cNvPicPr>
          <p:nvPr/>
        </p:nvPicPr>
        <p:blipFill>
          <a:blip r:embed="rId3"/>
          <a:stretch>
            <a:fillRect/>
          </a:stretch>
        </p:blipFill>
        <p:spPr>
          <a:xfrm>
            <a:off x="1144920" y="2629782"/>
            <a:ext cx="4287691" cy="1974401"/>
          </a:xfrm>
          <a:prstGeom prst="rect">
            <a:avLst/>
          </a:prstGeom>
        </p:spPr>
      </p:pic>
    </p:spTree>
    <p:extLst>
      <p:ext uri="{BB962C8B-B14F-4D97-AF65-F5344CB8AC3E}">
        <p14:creationId xmlns:p14="http://schemas.microsoft.com/office/powerpoint/2010/main" val="136504854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05E509-E8FE-9C62-6E25-500780F2EB81}"/>
              </a:ext>
            </a:extLst>
          </p:cNvPr>
          <p:cNvPicPr>
            <a:picLocks noChangeAspect="1"/>
          </p:cNvPicPr>
          <p:nvPr/>
        </p:nvPicPr>
        <p:blipFill>
          <a:blip r:embed="rId2"/>
          <a:stretch>
            <a:fillRect/>
          </a:stretch>
        </p:blipFill>
        <p:spPr>
          <a:xfrm>
            <a:off x="499463" y="1017452"/>
            <a:ext cx="3778252" cy="2260647"/>
          </a:xfrm>
          <a:prstGeom prst="rect">
            <a:avLst/>
          </a:prstGeom>
        </p:spPr>
      </p:pic>
      <p:pic>
        <p:nvPicPr>
          <p:cNvPr id="7" name="Picture 6">
            <a:extLst>
              <a:ext uri="{FF2B5EF4-FFF2-40B4-BE49-F238E27FC236}">
                <a16:creationId xmlns:a16="http://schemas.microsoft.com/office/drawing/2014/main" id="{6AB78C58-7FBA-D627-0157-31632F2450F0}"/>
              </a:ext>
            </a:extLst>
          </p:cNvPr>
          <p:cNvPicPr>
            <a:picLocks noChangeAspect="1"/>
          </p:cNvPicPr>
          <p:nvPr/>
        </p:nvPicPr>
        <p:blipFill rotWithShape="1">
          <a:blip r:embed="rId3"/>
          <a:srcRect r="6887"/>
          <a:stretch/>
        </p:blipFill>
        <p:spPr>
          <a:xfrm>
            <a:off x="4377804" y="1020789"/>
            <a:ext cx="4488758" cy="2271600"/>
          </a:xfrm>
          <a:prstGeom prst="rect">
            <a:avLst/>
          </a:prstGeom>
        </p:spPr>
      </p:pic>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452078" y="674915"/>
            <a:ext cx="8484324" cy="3964961"/>
          </a:xfrm>
          <a:prstGeom prst="rect">
            <a:avLst/>
          </a:prstGeom>
        </p:spPr>
        <p:txBody>
          <a:bodyPr>
            <a:normAutofit lnSpcReduction="10000"/>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dirty="0">
                <a:solidFill>
                  <a:srgbClr val="000000"/>
                </a:solidFill>
              </a:rPr>
              <a:t>Normal pressured apply phase produces noise visible in high frequencies, which is seen as abnormal according to current approach</a:t>
            </a: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r>
              <a:rPr lang="pl-PL" dirty="0">
                <a:solidFill>
                  <a:srgbClr val="000000"/>
                </a:solidFill>
              </a:rPr>
              <a:t>Idea to solve this problem could be: find a way to avoid testing apply phase or create additional model that will follow FFT pattern of a pressured apply (if the pressurization creates a pattern visible in FFT)</a:t>
            </a: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3. Results – pressure apply vs abnormal release</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21</a:t>
            </a:fld>
            <a:endParaRPr lang="en-US"/>
          </a:p>
        </p:txBody>
      </p:sp>
      <p:sp>
        <p:nvSpPr>
          <p:cNvPr id="10" name="Rectangle 9">
            <a:extLst>
              <a:ext uri="{FF2B5EF4-FFF2-40B4-BE49-F238E27FC236}">
                <a16:creationId xmlns:a16="http://schemas.microsoft.com/office/drawing/2014/main" id="{379FE86B-842B-C909-8DBD-959E37B6DCE9}"/>
              </a:ext>
            </a:extLst>
          </p:cNvPr>
          <p:cNvSpPr/>
          <p:nvPr/>
        </p:nvSpPr>
        <p:spPr>
          <a:xfrm>
            <a:off x="3285051" y="1312710"/>
            <a:ext cx="906211" cy="1950308"/>
          </a:xfrm>
          <a:prstGeom prst="rect">
            <a:avLst/>
          </a:prstGeom>
          <a:noFill/>
          <a:ln w="63500" cap="flat" cmpd="sng" algn="ctr">
            <a:solidFill>
              <a:srgbClr val="00B05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GB" sz="1200" b="0" i="0" u="none" strike="noStrike" kern="0" cap="none" spc="0" normalizeH="0" baseline="0" noProof="0" dirty="0" err="1">
              <a:ln>
                <a:noFill/>
              </a:ln>
              <a:solidFill>
                <a:srgbClr val="000000"/>
              </a:solidFill>
              <a:effectLst/>
              <a:uLnTx/>
              <a:uFillTx/>
              <a:latin typeface="Tahoma"/>
              <a:ea typeface="+mn-ea"/>
              <a:cs typeface="Tahoma" pitchFamily="34" charset="0"/>
            </a:endParaRPr>
          </a:p>
        </p:txBody>
      </p:sp>
      <p:sp>
        <p:nvSpPr>
          <p:cNvPr id="12" name="Rectangle 11">
            <a:extLst>
              <a:ext uri="{FF2B5EF4-FFF2-40B4-BE49-F238E27FC236}">
                <a16:creationId xmlns:a16="http://schemas.microsoft.com/office/drawing/2014/main" id="{6666346C-B11C-9D70-0344-23369C94D5C4}"/>
              </a:ext>
            </a:extLst>
          </p:cNvPr>
          <p:cNvSpPr/>
          <p:nvPr/>
        </p:nvSpPr>
        <p:spPr>
          <a:xfrm>
            <a:off x="7524857" y="1319519"/>
            <a:ext cx="1079144" cy="1950308"/>
          </a:xfrm>
          <a:prstGeom prst="rect">
            <a:avLst/>
          </a:prstGeom>
          <a:noFill/>
          <a:ln w="63500" cap="flat" cmpd="sng" algn="ctr">
            <a:solidFill>
              <a:srgbClr val="00B05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GB" sz="1200" b="0" i="0" u="none" strike="noStrike" kern="0" cap="none" spc="0" normalizeH="0" baseline="0" noProof="0" dirty="0" err="1">
              <a:ln>
                <a:noFill/>
              </a:ln>
              <a:solidFill>
                <a:srgbClr val="000000"/>
              </a:solidFill>
              <a:effectLst/>
              <a:uLnTx/>
              <a:uFillTx/>
              <a:latin typeface="Tahoma"/>
              <a:ea typeface="+mn-ea"/>
              <a:cs typeface="Tahoma" pitchFamily="34" charset="0"/>
            </a:endParaRPr>
          </a:p>
        </p:txBody>
      </p:sp>
      <p:sp>
        <p:nvSpPr>
          <p:cNvPr id="24" name="Rectangle 23">
            <a:extLst>
              <a:ext uri="{FF2B5EF4-FFF2-40B4-BE49-F238E27FC236}">
                <a16:creationId xmlns:a16="http://schemas.microsoft.com/office/drawing/2014/main" id="{4CC3BC70-A1B2-0024-F902-9E306F51A6EA}"/>
              </a:ext>
            </a:extLst>
          </p:cNvPr>
          <p:cNvSpPr/>
          <p:nvPr/>
        </p:nvSpPr>
        <p:spPr>
          <a:xfrm>
            <a:off x="1079571" y="1216407"/>
            <a:ext cx="856340" cy="2031243"/>
          </a:xfrm>
          <a:prstGeom prst="rect">
            <a:avLst/>
          </a:prstGeom>
          <a:noFill/>
          <a:ln w="63500" cap="flat" cmpd="sng" algn="ctr">
            <a:solidFill>
              <a:srgbClr val="0070C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GB" sz="1200" b="0" i="0" u="none" strike="noStrike" kern="0" cap="none" spc="0" normalizeH="0" baseline="0" noProof="0" dirty="0" err="1">
              <a:ln>
                <a:noFill/>
              </a:ln>
              <a:solidFill>
                <a:srgbClr val="000000"/>
              </a:solidFill>
              <a:effectLst/>
              <a:uLnTx/>
              <a:uFillTx/>
              <a:latin typeface="Tahoma"/>
              <a:ea typeface="+mn-ea"/>
              <a:cs typeface="Tahoma" pitchFamily="34" charset="0"/>
            </a:endParaRPr>
          </a:p>
        </p:txBody>
      </p:sp>
      <p:sp>
        <p:nvSpPr>
          <p:cNvPr id="25" name="Rectangle 24">
            <a:extLst>
              <a:ext uri="{FF2B5EF4-FFF2-40B4-BE49-F238E27FC236}">
                <a16:creationId xmlns:a16="http://schemas.microsoft.com/office/drawing/2014/main" id="{5D75B1D4-F078-4617-A9BC-2C0B973A587F}"/>
              </a:ext>
            </a:extLst>
          </p:cNvPr>
          <p:cNvSpPr/>
          <p:nvPr/>
        </p:nvSpPr>
        <p:spPr>
          <a:xfrm>
            <a:off x="5114844" y="1416232"/>
            <a:ext cx="1214101" cy="1853595"/>
          </a:xfrm>
          <a:prstGeom prst="rect">
            <a:avLst/>
          </a:prstGeom>
          <a:noFill/>
          <a:ln w="63500" cap="flat" cmpd="sng" algn="ctr">
            <a:solidFill>
              <a:srgbClr val="0070C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en-GB" sz="1200" b="0" i="0" u="none" strike="noStrike" kern="0" cap="none" spc="0" normalizeH="0" baseline="0" noProof="0" dirty="0" err="1">
              <a:ln>
                <a:noFill/>
              </a:ln>
              <a:solidFill>
                <a:srgbClr val="000000"/>
              </a:solidFill>
              <a:effectLst/>
              <a:uLnTx/>
              <a:uFillTx/>
              <a:latin typeface="Tahoma"/>
              <a:ea typeface="+mn-ea"/>
              <a:cs typeface="Tahoma" pitchFamily="34" charset="0"/>
            </a:endParaRPr>
          </a:p>
        </p:txBody>
      </p:sp>
      <p:sp>
        <p:nvSpPr>
          <p:cNvPr id="26" name="TextBox 25">
            <a:extLst>
              <a:ext uri="{FF2B5EF4-FFF2-40B4-BE49-F238E27FC236}">
                <a16:creationId xmlns:a16="http://schemas.microsoft.com/office/drawing/2014/main" id="{848C96C0-BFFC-A1A1-4667-EEB5B5576494}"/>
              </a:ext>
            </a:extLst>
          </p:cNvPr>
          <p:cNvSpPr txBox="1"/>
          <p:nvPr/>
        </p:nvSpPr>
        <p:spPr>
          <a:xfrm>
            <a:off x="1700149" y="3498426"/>
            <a:ext cx="1429584" cy="442035"/>
          </a:xfrm>
          <a:prstGeom prst="rect">
            <a:avLst/>
          </a:prstGeom>
        </p:spPr>
        <p:style>
          <a:lnRef idx="2">
            <a:schemeClr val="accent2"/>
          </a:lnRef>
          <a:fillRef idx="1">
            <a:schemeClr val="lt1"/>
          </a:fillRef>
          <a:effectRef idx="0">
            <a:schemeClr val="accent2"/>
          </a:effectRef>
          <a:fontRef idx="minor">
            <a:schemeClr val="dk1"/>
          </a:fontRef>
        </p:style>
        <p:txBody>
          <a:bodyPr wrap="square" lIns="36000" tIns="36000" rIns="108000" bIns="36000" rtlCol="0">
            <a:spAutoFit/>
          </a:bodyPr>
          <a:lstStyle/>
          <a:p>
            <a:pPr marL="0" marR="0" indent="0" algn="r"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Apply phase,</a:t>
            </a:r>
          </a:p>
          <a:p>
            <a:pPr marL="0" marR="0" indent="0" algn="r"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Noise at the end</a:t>
            </a:r>
            <a:endParaRPr kumimoji="0" lang="en-GB" sz="1200" b="0" i="0" u="none" strike="noStrike" kern="0" cap="none" spc="0" normalizeH="0" baseline="0" noProof="0" dirty="0">
              <a:ln>
                <a:noFill/>
              </a:ln>
              <a:solidFill>
                <a:srgbClr val="000000"/>
              </a:solidFill>
              <a:effectLst/>
              <a:uLnTx/>
              <a:uFillTx/>
            </a:endParaRPr>
          </a:p>
        </p:txBody>
      </p:sp>
      <p:cxnSp>
        <p:nvCxnSpPr>
          <p:cNvPr id="27" name="Straight Arrow Connector 26">
            <a:extLst>
              <a:ext uri="{FF2B5EF4-FFF2-40B4-BE49-F238E27FC236}">
                <a16:creationId xmlns:a16="http://schemas.microsoft.com/office/drawing/2014/main" id="{A2D162FC-CF30-13EB-B80C-E5910ED4F1D9}"/>
              </a:ext>
            </a:extLst>
          </p:cNvPr>
          <p:cNvCxnSpPr>
            <a:cxnSpLocks/>
            <a:stCxn id="26" idx="1"/>
            <a:endCxn id="24" idx="2"/>
          </p:cNvCxnSpPr>
          <p:nvPr/>
        </p:nvCxnSpPr>
        <p:spPr>
          <a:xfrm flipH="1" flipV="1">
            <a:off x="1507741" y="3247650"/>
            <a:ext cx="192408" cy="471794"/>
          </a:xfrm>
          <a:prstGeom prst="straightConnector1">
            <a:avLst/>
          </a:prstGeom>
          <a:noFill/>
          <a:ln w="28575" cap="rnd" cmpd="sng" algn="ctr">
            <a:solidFill>
              <a:srgbClr val="00ABE7"/>
            </a:solidFill>
            <a:prstDash val="sysDot"/>
            <a:round/>
            <a:tailEnd type="triangle"/>
          </a:ln>
          <a:effectLst/>
        </p:spPr>
      </p:cxnSp>
      <p:sp>
        <p:nvSpPr>
          <p:cNvPr id="30" name="TextBox 29">
            <a:extLst>
              <a:ext uri="{FF2B5EF4-FFF2-40B4-BE49-F238E27FC236}">
                <a16:creationId xmlns:a16="http://schemas.microsoft.com/office/drawing/2014/main" id="{2EABE607-09B5-05E1-6493-31B521314725}"/>
              </a:ext>
            </a:extLst>
          </p:cNvPr>
          <p:cNvSpPr txBox="1"/>
          <p:nvPr/>
        </p:nvSpPr>
        <p:spPr>
          <a:xfrm>
            <a:off x="5855235" y="3509578"/>
            <a:ext cx="1852178" cy="442035"/>
          </a:xfrm>
          <a:prstGeom prst="rect">
            <a:avLst/>
          </a:prstGeom>
        </p:spPr>
        <p:style>
          <a:lnRef idx="2">
            <a:schemeClr val="accent2"/>
          </a:lnRef>
          <a:fillRef idx="1">
            <a:schemeClr val="lt1"/>
          </a:fillRef>
          <a:effectRef idx="0">
            <a:schemeClr val="accent2"/>
          </a:effectRef>
          <a:fontRef idx="minor">
            <a:schemeClr val="dk1"/>
          </a:fontRef>
        </p:style>
        <p:txBody>
          <a:bodyPr wrap="square" lIns="36000" tIns="36000" rIns="108000" bIns="36000" rtlCol="0">
            <a:spAutoFit/>
          </a:bodyPr>
          <a:lstStyle/>
          <a:p>
            <a:pPr marL="0" marR="0" indent="0" algn="r"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Release</a:t>
            </a:r>
            <a:r>
              <a:rPr kumimoji="0" lang="pl-PL" sz="1200" b="0" i="0" u="none" strike="noStrike" kern="0" cap="none" spc="0" normalizeH="0" baseline="0" noProof="0" dirty="0">
                <a:ln>
                  <a:noFill/>
                </a:ln>
                <a:solidFill>
                  <a:srgbClr val="000000"/>
                </a:solidFill>
                <a:effectLst/>
                <a:uLnTx/>
                <a:uFillTx/>
              </a:rPr>
              <a:t> phase, typical abnormal pattern</a:t>
            </a:r>
            <a:endParaRPr kumimoji="0" lang="en-GB" sz="1200" b="0" i="0" u="none" strike="noStrike" kern="0" cap="none" spc="0" normalizeH="0" baseline="0" noProof="0" dirty="0">
              <a:ln>
                <a:noFill/>
              </a:ln>
              <a:solidFill>
                <a:srgbClr val="000000"/>
              </a:solidFill>
              <a:effectLst/>
              <a:uLnTx/>
              <a:uFillTx/>
            </a:endParaRPr>
          </a:p>
        </p:txBody>
      </p:sp>
      <p:cxnSp>
        <p:nvCxnSpPr>
          <p:cNvPr id="31" name="Straight Arrow Connector 30">
            <a:extLst>
              <a:ext uri="{FF2B5EF4-FFF2-40B4-BE49-F238E27FC236}">
                <a16:creationId xmlns:a16="http://schemas.microsoft.com/office/drawing/2014/main" id="{C63F198D-02A7-7512-4019-55A406ED377A}"/>
              </a:ext>
            </a:extLst>
          </p:cNvPr>
          <p:cNvCxnSpPr>
            <a:cxnSpLocks/>
            <a:stCxn id="30" idx="3"/>
          </p:cNvCxnSpPr>
          <p:nvPr/>
        </p:nvCxnSpPr>
        <p:spPr>
          <a:xfrm flipV="1">
            <a:off x="7707413" y="3289732"/>
            <a:ext cx="292398" cy="440864"/>
          </a:xfrm>
          <a:prstGeom prst="straightConnector1">
            <a:avLst/>
          </a:prstGeom>
          <a:noFill/>
          <a:ln w="28575" cap="rnd" cmpd="sng" algn="ctr">
            <a:solidFill>
              <a:srgbClr val="00ABE7"/>
            </a:solidFill>
            <a:prstDash val="sysDot"/>
            <a:round/>
            <a:tailEnd type="triangle"/>
          </a:ln>
          <a:effectLst/>
        </p:spPr>
      </p:cxnSp>
    </p:spTree>
    <p:extLst>
      <p:ext uri="{BB962C8B-B14F-4D97-AF65-F5344CB8AC3E}">
        <p14:creationId xmlns:p14="http://schemas.microsoft.com/office/powerpoint/2010/main" val="39214333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3319B3C6-A4EE-9653-3901-4F54277F8613}"/>
              </a:ext>
            </a:extLst>
          </p:cNvPr>
          <p:cNvSpPr txBox="1">
            <a:spLocks/>
          </p:cNvSpPr>
          <p:nvPr/>
        </p:nvSpPr>
        <p:spPr>
          <a:xfrm>
            <a:off x="299678" y="622407"/>
            <a:ext cx="8484324" cy="396496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
        <p:nvSpPr>
          <p:cNvPr id="10242" name="Titel 1"/>
          <p:cNvSpPr>
            <a:spLocks noGrp="1"/>
          </p:cNvSpPr>
          <p:nvPr>
            <p:ph type="title"/>
          </p:nvPr>
        </p:nvSpPr>
        <p:spPr>
          <a:xfrm>
            <a:off x="360363" y="144001"/>
            <a:ext cx="8424000" cy="594000"/>
          </a:xfrm>
        </p:spPr>
        <p:txBody>
          <a:bodyPr anchor="t">
            <a:normAutofit/>
          </a:bodyPr>
          <a:lstStyle/>
          <a:p>
            <a:r>
              <a:rPr lang="pl-PL" altLang="zh-CN" dirty="0"/>
              <a:t>3. Key takeouts</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22</a:t>
            </a:fld>
            <a:endParaRPr lang="en-US"/>
          </a:p>
        </p:txBody>
      </p:sp>
      <p:sp>
        <p:nvSpPr>
          <p:cNvPr id="5" name="Content Placeholder 2">
            <a:extLst>
              <a:ext uri="{FF2B5EF4-FFF2-40B4-BE49-F238E27FC236}">
                <a16:creationId xmlns:a16="http://schemas.microsoft.com/office/drawing/2014/main" id="{1276168F-C72A-1DA4-EB3F-0ED3CEB1FA3C}"/>
              </a:ext>
            </a:extLst>
          </p:cNvPr>
          <p:cNvSpPr txBox="1">
            <a:spLocks/>
          </p:cNvSpPr>
          <p:nvPr/>
        </p:nvSpPr>
        <p:spPr>
          <a:xfrm>
            <a:off x="452078" y="738001"/>
            <a:ext cx="8484324" cy="3598591"/>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dirty="0">
                <a:solidFill>
                  <a:srgbClr val="000000"/>
                </a:solidFill>
              </a:rPr>
              <a:t>Presented algorithm gave very good prediction on separating normal sounds from abnormal ones.</a:t>
            </a:r>
          </a:p>
          <a:p>
            <a:pPr marL="171450" indent="-171450">
              <a:buFont typeface="Arial" pitchFamily="34" charset="0"/>
              <a:buChar char="•"/>
            </a:pPr>
            <a:r>
              <a:rPr lang="pl-PL" dirty="0">
                <a:solidFill>
                  <a:srgbClr val="000000"/>
                </a:solidFill>
              </a:rPr>
              <a:t>Prediction outcome should be susceptible to changes in test environment, therefore we need to:</a:t>
            </a:r>
          </a:p>
          <a:p>
            <a:pPr marL="387450" lvl="1" indent="-171450">
              <a:buFont typeface="Arial" pitchFamily="34" charset="0"/>
              <a:buChar char="•"/>
            </a:pPr>
            <a:r>
              <a:rPr lang="pl-PL" dirty="0">
                <a:solidFill>
                  <a:srgbClr val="000000"/>
                </a:solidFill>
              </a:rPr>
              <a:t>Make sure microfone is always placed in similar place comapred to the sample as in test data</a:t>
            </a:r>
          </a:p>
          <a:p>
            <a:pPr marL="387450" lvl="1" indent="-171450">
              <a:buFont typeface="Arial" pitchFamily="34" charset="0"/>
              <a:buChar char="•"/>
            </a:pPr>
            <a:r>
              <a:rPr lang="pl-PL" dirty="0">
                <a:solidFill>
                  <a:srgbClr val="000000"/>
                </a:solidFill>
              </a:rPr>
              <a:t>We have only one working condition of environmental chamber – if other temperatures compared to the given are overlaying our signal – the prediction is going to get flawed.</a:t>
            </a:r>
          </a:p>
          <a:p>
            <a:pPr marL="387450" lvl="1" indent="-171450">
              <a:buFont typeface="Arial" pitchFamily="34" charset="0"/>
              <a:buChar char="•"/>
            </a:pPr>
            <a:endParaRPr lang="pl-PL" dirty="0">
              <a:solidFill>
                <a:srgbClr val="000000"/>
              </a:solidFill>
            </a:endParaRPr>
          </a:p>
          <a:p>
            <a:pPr marL="171450" indent="-171450">
              <a:buFont typeface="Arial" pitchFamily="34" charset="0"/>
              <a:buChar char="•"/>
            </a:pPr>
            <a:r>
              <a:rPr lang="pl-PL" u="sng" dirty="0">
                <a:solidFill>
                  <a:srgbClr val="000000"/>
                </a:solidFill>
              </a:rPr>
              <a:t>If we manage to achieve high level of test and measurment repeatability we should be able to automatically and constantly moniter the test status through microphone.</a:t>
            </a:r>
          </a:p>
          <a:p>
            <a:pPr marL="171450" indent="-171450">
              <a:buFont typeface="Arial" pitchFamily="34" charset="0"/>
              <a:buChar char="•"/>
            </a:pPr>
            <a:r>
              <a:rPr lang="pl-PL" u="sng" dirty="0">
                <a:solidFill>
                  <a:srgbClr val="000000"/>
                </a:solidFill>
              </a:rPr>
              <a:t>We will allow the end user in the laboratory to set their own threshold for separation once the test setup is completed, it should be visible after few rounds of apply and relase phase what levels of error are achieved in reference to number of samples tested and amplitude of noise achieved due to the distance from microphone to samples.</a:t>
            </a:r>
          </a:p>
          <a:p>
            <a:pPr marL="171450" indent="-171450">
              <a:buFont typeface="Arial" pitchFamily="34" charset="0"/>
              <a:buChar char="•"/>
            </a:pPr>
            <a:r>
              <a:rPr lang="pl-PL" u="sng" dirty="0">
                <a:solidFill>
                  <a:srgbClr val="000000"/>
                </a:solidFill>
              </a:rPr>
              <a:t>For this iteration of script, current approach will not work with pressure samples.</a:t>
            </a:r>
          </a:p>
          <a:p>
            <a:pPr lvl="1" indent="0">
              <a:buNone/>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a:p>
            <a:pPr marL="171450" indent="-171450">
              <a:buFont typeface="Arial" pitchFamily="34" charset="0"/>
              <a:buChar char="•"/>
            </a:pPr>
            <a:endParaRPr lang="pl-PL" dirty="0">
              <a:solidFill>
                <a:srgbClr val="000000"/>
              </a:solidFill>
            </a:endParaRPr>
          </a:p>
        </p:txBody>
      </p:sp>
    </p:spTree>
    <p:extLst>
      <p:ext uri="{BB962C8B-B14F-4D97-AF65-F5344CB8AC3E}">
        <p14:creationId xmlns:p14="http://schemas.microsoft.com/office/powerpoint/2010/main" val="3849785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1"/>
          <p:cNvSpPr>
            <a:spLocks noGrp="1"/>
          </p:cNvSpPr>
          <p:nvPr>
            <p:ph type="title"/>
          </p:nvPr>
        </p:nvSpPr>
        <p:spPr>
          <a:xfrm>
            <a:off x="360363" y="144001"/>
            <a:ext cx="8424000" cy="594000"/>
          </a:xfrm>
        </p:spPr>
        <p:txBody>
          <a:bodyPr anchor="t">
            <a:normAutofit/>
          </a:bodyPr>
          <a:lstStyle/>
          <a:p>
            <a:r>
              <a:rPr lang="pl-PL" altLang="zh-CN" dirty="0"/>
              <a:t>Summary</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23</a:t>
            </a:fld>
            <a:endParaRPr lang="en-US"/>
          </a:p>
        </p:txBody>
      </p:sp>
      <p:sp>
        <p:nvSpPr>
          <p:cNvPr id="2" name="Content Placeholder 2">
            <a:extLst>
              <a:ext uri="{FF2B5EF4-FFF2-40B4-BE49-F238E27FC236}">
                <a16:creationId xmlns:a16="http://schemas.microsoft.com/office/drawing/2014/main" id="{9745704E-1866-4C81-BB97-7459B113A552}"/>
              </a:ext>
            </a:extLst>
          </p:cNvPr>
          <p:cNvSpPr txBox="1">
            <a:spLocks/>
          </p:cNvSpPr>
          <p:nvPr/>
        </p:nvSpPr>
        <p:spPr>
          <a:xfrm>
            <a:off x="299678" y="718897"/>
            <a:ext cx="8576308" cy="2493035"/>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dirty="0">
                <a:solidFill>
                  <a:srgbClr val="000000"/>
                </a:solidFill>
              </a:rPr>
              <a:t>We would like to handle the script to laboratory technicians. We would like to be part of the team during first trials of usage of script and react and adjust accordingly to end user opinions. </a:t>
            </a:r>
          </a:p>
          <a:p>
            <a:pPr marL="171450" indent="-171450">
              <a:buFont typeface="Arial" pitchFamily="34" charset="0"/>
              <a:buChar char="•"/>
            </a:pPr>
            <a:r>
              <a:rPr lang="pl-PL" dirty="0">
                <a:solidFill>
                  <a:srgbClr val="000000"/>
                </a:solidFill>
              </a:rPr>
              <a:t>We have confidence that the approach will correctly detect anomalies in certain range of tests</a:t>
            </a:r>
          </a:p>
          <a:p>
            <a:pPr marL="171450" lvl="1" indent="-171450">
              <a:buFont typeface="Arial" pitchFamily="34" charset="0"/>
              <a:buChar char="•"/>
            </a:pPr>
            <a:endParaRPr lang="pl-PL" dirty="0">
              <a:solidFill>
                <a:srgbClr val="000000"/>
              </a:solidFill>
            </a:endParaRPr>
          </a:p>
          <a:p>
            <a:pPr marL="171450" lvl="1" indent="-171450">
              <a:buFont typeface="Arial" pitchFamily="34" charset="0"/>
              <a:buChar char="•"/>
            </a:pPr>
            <a:endParaRPr lang="pl-PL" dirty="0">
              <a:solidFill>
                <a:srgbClr val="000000"/>
              </a:solidFill>
            </a:endParaRPr>
          </a:p>
          <a:p>
            <a:pPr marL="171450" lvl="1" indent="-171450">
              <a:buFont typeface="Arial" pitchFamily="34" charset="0"/>
              <a:buChar char="•"/>
            </a:pPr>
            <a:endParaRPr lang="pl-PL" dirty="0">
              <a:solidFill>
                <a:srgbClr val="000000"/>
              </a:solidFill>
            </a:endParaRPr>
          </a:p>
        </p:txBody>
      </p:sp>
      <p:sp>
        <p:nvSpPr>
          <p:cNvPr id="6" name="TextBox 5">
            <a:extLst>
              <a:ext uri="{FF2B5EF4-FFF2-40B4-BE49-F238E27FC236}">
                <a16:creationId xmlns:a16="http://schemas.microsoft.com/office/drawing/2014/main" id="{B4A7F54F-84BA-1BB9-8F4A-491A4AD4CE88}"/>
              </a:ext>
            </a:extLst>
          </p:cNvPr>
          <p:cNvSpPr txBox="1"/>
          <p:nvPr/>
        </p:nvSpPr>
        <p:spPr>
          <a:xfrm>
            <a:off x="414938" y="2059321"/>
            <a:ext cx="3616000" cy="1477328"/>
          </a:xfrm>
          <a:prstGeom prst="rect">
            <a:avLst/>
          </a:prstGeom>
          <a:noFill/>
        </p:spPr>
        <p:txBody>
          <a:bodyPr wrap="square" lIns="0" tIns="0" rIns="0" bIns="0" rtlCol="0">
            <a:spAutoFit/>
          </a:bodyPr>
          <a:lstStyle/>
          <a:p>
            <a:pPr marL="171450" indent="-171450" fontAlgn="base">
              <a:spcAft>
                <a:spcPct val="0"/>
              </a:spcAft>
              <a:buFont typeface="Arial" panose="020B0604020202020204" pitchFamily="34" charset="0"/>
              <a:buChar char="•"/>
            </a:pPr>
            <a:r>
              <a:rPr lang="pl-PL" sz="1200" dirty="0">
                <a:solidFill>
                  <a:srgbClr val="000000"/>
                </a:solidFill>
              </a:rPr>
              <a:t>Script can be running on a separate laptop with microphone connected to it through USB port.</a:t>
            </a:r>
          </a:p>
          <a:p>
            <a:pPr marL="171450" indent="-171450" fontAlgn="base">
              <a:spcAft>
                <a:spcPct val="0"/>
              </a:spcAft>
              <a:buFont typeface="Arial" panose="020B0604020202020204" pitchFamily="34" charset="0"/>
              <a:buChar char="•"/>
            </a:pPr>
            <a:r>
              <a:rPr lang="pl-PL" sz="1200" dirty="0">
                <a:solidFill>
                  <a:srgbClr val="000000"/>
                </a:solidFill>
              </a:rPr>
              <a:t>In case of 5 consecutive threshold violation, script should be able to inform about the incident through an email.</a:t>
            </a:r>
          </a:p>
          <a:p>
            <a:pPr marL="171450" indent="-171450" fontAlgn="base">
              <a:spcAft>
                <a:spcPct val="0"/>
              </a:spcAft>
              <a:buFont typeface="Arial" panose="020B0604020202020204" pitchFamily="34" charset="0"/>
              <a:buChar char="•"/>
            </a:pPr>
            <a:endParaRPr lang="pl-PL" sz="1200" dirty="0">
              <a:solidFill>
                <a:srgbClr val="000000"/>
              </a:solidFill>
            </a:endParaRPr>
          </a:p>
          <a:p>
            <a:pPr marL="171450" indent="-171450" fontAlgn="base">
              <a:spcAft>
                <a:spcPct val="0"/>
              </a:spcAft>
              <a:buFont typeface="Arial" panose="020B0604020202020204" pitchFamily="34" charset="0"/>
              <a:buChar char="•"/>
            </a:pPr>
            <a:endParaRPr lang="pl-PL" sz="1200" dirty="0">
              <a:solidFill>
                <a:srgbClr val="000000"/>
              </a:solidFill>
            </a:endParaRPr>
          </a:p>
          <a:p>
            <a:pPr marL="171450" marR="0" indent="-171450" defTabSz="914400" eaLnBrk="1" fontAlgn="base" latinLnBrk="0" hangingPunct="1">
              <a:lnSpc>
                <a:spcPct val="100000"/>
              </a:lnSpc>
              <a:spcBef>
                <a:spcPts val="0"/>
              </a:spcBef>
              <a:spcAft>
                <a:spcPct val="0"/>
              </a:spcAft>
              <a:buClrTx/>
              <a:buSzTx/>
              <a:buFont typeface="Arial" panose="020B0604020202020204" pitchFamily="34" charset="0"/>
              <a:buChar char="•"/>
              <a:tabLst/>
            </a:pPr>
            <a:endParaRPr kumimoji="0" lang="en-GB" sz="12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247290313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1"/>
          <p:cNvSpPr>
            <a:spLocks noGrp="1"/>
          </p:cNvSpPr>
          <p:nvPr>
            <p:ph type="title"/>
          </p:nvPr>
        </p:nvSpPr>
        <p:spPr>
          <a:xfrm>
            <a:off x="360363" y="144001"/>
            <a:ext cx="8424000" cy="594000"/>
          </a:xfrm>
        </p:spPr>
        <p:txBody>
          <a:bodyPr anchor="t">
            <a:normAutofit/>
          </a:bodyPr>
          <a:lstStyle/>
          <a:p>
            <a:r>
              <a:rPr lang="pl-PL" altLang="zh-CN" dirty="0"/>
              <a:t>Next steps</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24</a:t>
            </a:fld>
            <a:endParaRPr lang="en-US"/>
          </a:p>
        </p:txBody>
      </p:sp>
      <p:sp>
        <p:nvSpPr>
          <p:cNvPr id="2" name="Content Placeholder 2">
            <a:extLst>
              <a:ext uri="{FF2B5EF4-FFF2-40B4-BE49-F238E27FC236}">
                <a16:creationId xmlns:a16="http://schemas.microsoft.com/office/drawing/2014/main" id="{9745704E-1866-4C81-BB97-7459B113A552}"/>
              </a:ext>
            </a:extLst>
          </p:cNvPr>
          <p:cNvSpPr txBox="1">
            <a:spLocks/>
          </p:cNvSpPr>
          <p:nvPr/>
        </p:nvSpPr>
        <p:spPr>
          <a:xfrm>
            <a:off x="299677" y="718897"/>
            <a:ext cx="8029815" cy="2493035"/>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pl-PL" dirty="0">
                <a:solidFill>
                  <a:srgbClr val="000000"/>
                </a:solidFill>
              </a:rPr>
              <a:t>Trials should be conducted in laboratory with initial version of the script on unpressurized samples</a:t>
            </a:r>
          </a:p>
          <a:p>
            <a:pPr marL="171450" indent="-171450">
              <a:buFont typeface="Arial" pitchFamily="34" charset="0"/>
              <a:buChar char="•"/>
            </a:pPr>
            <a:r>
              <a:rPr lang="pl-PL" dirty="0">
                <a:solidFill>
                  <a:srgbClr val="000000"/>
                </a:solidFill>
              </a:rPr>
              <a:t>Once trials are completed we can implement any potential issues </a:t>
            </a:r>
          </a:p>
          <a:p>
            <a:pPr marL="171450" indent="-171450">
              <a:buFont typeface="Arial" pitchFamily="34" charset="0"/>
              <a:buChar char="•"/>
            </a:pPr>
            <a:r>
              <a:rPr lang="pl-PL" dirty="0">
                <a:solidFill>
                  <a:srgbClr val="000000"/>
                </a:solidFill>
              </a:rPr>
              <a:t>If solution is working we can implement cloud solutions in order to scale the script</a:t>
            </a:r>
          </a:p>
          <a:p>
            <a:pPr marL="171450" lvl="1" indent="-171450">
              <a:buFont typeface="Arial" pitchFamily="34" charset="0"/>
              <a:buChar char="•"/>
            </a:pPr>
            <a:endParaRPr lang="pl-PL" dirty="0">
              <a:solidFill>
                <a:srgbClr val="000000"/>
              </a:solidFill>
            </a:endParaRPr>
          </a:p>
        </p:txBody>
      </p:sp>
    </p:spTree>
    <p:extLst>
      <p:ext uri="{BB962C8B-B14F-4D97-AF65-F5344CB8AC3E}">
        <p14:creationId xmlns:p14="http://schemas.microsoft.com/office/powerpoint/2010/main" val="733121502"/>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5EE606E-07CB-407A-8EC9-E852BC2E6E7E}"/>
              </a:ext>
            </a:extLst>
          </p:cNvPr>
          <p:cNvSpPr>
            <a:spLocks noGrp="1"/>
          </p:cNvSpPr>
          <p:nvPr>
            <p:ph type="ftr" sz="quarter" idx="10"/>
          </p:nvPr>
        </p:nvSpPr>
        <p:spPr/>
        <p:txBody>
          <a:bodyPr/>
          <a:lstStyle/>
          <a:p>
            <a:pPr>
              <a:lnSpc>
                <a:spcPts val="800"/>
              </a:lnSpc>
            </a:pPr>
            <a:endParaRPr lang="en-US"/>
          </a:p>
        </p:txBody>
      </p:sp>
      <p:sp>
        <p:nvSpPr>
          <p:cNvPr id="4" name="Slide Number Placeholder 3">
            <a:extLst>
              <a:ext uri="{FF2B5EF4-FFF2-40B4-BE49-F238E27FC236}">
                <a16:creationId xmlns:a16="http://schemas.microsoft.com/office/drawing/2014/main" id="{24288D88-821A-3B21-56A0-91F8E4408C93}"/>
              </a:ext>
            </a:extLst>
          </p:cNvPr>
          <p:cNvSpPr>
            <a:spLocks noGrp="1"/>
          </p:cNvSpPr>
          <p:nvPr>
            <p:ph type="sldNum" sz="quarter" idx="11"/>
          </p:nvPr>
        </p:nvSpPr>
        <p:spPr/>
        <p:txBody>
          <a:bodyPr/>
          <a:lstStyle/>
          <a:p>
            <a:pPr>
              <a:lnSpc>
                <a:spcPts val="800"/>
              </a:lnSpc>
            </a:pPr>
            <a:fld id="{D985BC7C-F6A2-4FED-9217-735A5E10A319}" type="slidenum">
              <a:rPr lang="en-US" smtClean="0"/>
              <a:pPr>
                <a:lnSpc>
                  <a:spcPts val="800"/>
                </a:lnSpc>
              </a:pPr>
              <a:t>25</a:t>
            </a:fld>
            <a:endParaRPr lang="en-US"/>
          </a:p>
        </p:txBody>
      </p:sp>
      <p:sp>
        <p:nvSpPr>
          <p:cNvPr id="8" name="Titelbox">
            <a:extLst>
              <a:ext uri="{FF2B5EF4-FFF2-40B4-BE49-F238E27FC236}">
                <a16:creationId xmlns:a16="http://schemas.microsoft.com/office/drawing/2014/main" id="{F80CF03C-94ED-21A8-DC8A-D9931CFF1A52}"/>
              </a:ext>
            </a:extLst>
          </p:cNvPr>
          <p:cNvSpPr txBox="1">
            <a:spLocks/>
          </p:cNvSpPr>
          <p:nvPr/>
        </p:nvSpPr>
        <p:spPr>
          <a:xfrm>
            <a:off x="359999" y="1314816"/>
            <a:ext cx="8424000" cy="1057982"/>
          </a:xfrm>
          <a:prstGeom prst="rect">
            <a:avLst/>
          </a:prstGeom>
        </p:spPr>
        <p:txBody>
          <a:bodyPr vert="horz" lIns="0" tIns="0" rIns="0" bIns="0" rtlCol="0" anchor="t"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pPr algn="ctr"/>
            <a:r>
              <a:rPr lang="pl-PL" sz="2800" dirty="0"/>
              <a:t>Constant</a:t>
            </a:r>
            <a:r>
              <a:rPr lang="pl-PL" dirty="0"/>
              <a:t> </a:t>
            </a:r>
            <a:r>
              <a:rPr lang="pl-PL" sz="2800" dirty="0"/>
              <a:t>surveillance</a:t>
            </a:r>
            <a:r>
              <a:rPr lang="pl-PL" dirty="0"/>
              <a:t> </a:t>
            </a:r>
            <a:r>
              <a:rPr lang="pl-PL" sz="2800" dirty="0"/>
              <a:t>script</a:t>
            </a:r>
            <a:br>
              <a:rPr lang="pl-PL" dirty="0"/>
            </a:br>
            <a:r>
              <a:rPr lang="pl-PL" sz="2800" dirty="0"/>
              <a:t>User</a:t>
            </a:r>
            <a:r>
              <a:rPr lang="pl-PL" dirty="0"/>
              <a:t> </a:t>
            </a:r>
            <a:r>
              <a:rPr lang="pl-PL" sz="2800" dirty="0"/>
              <a:t>manual</a:t>
            </a:r>
            <a:endParaRPr lang="de-DE" dirty="0"/>
          </a:p>
        </p:txBody>
      </p:sp>
      <p:sp>
        <p:nvSpPr>
          <p:cNvPr id="9" name="Untertitelbox">
            <a:extLst>
              <a:ext uri="{FF2B5EF4-FFF2-40B4-BE49-F238E27FC236}">
                <a16:creationId xmlns:a16="http://schemas.microsoft.com/office/drawing/2014/main" id="{F19BC0D7-2D60-0FC3-2CAA-9F591A67EFDE}"/>
              </a:ext>
            </a:extLst>
          </p:cNvPr>
          <p:cNvSpPr txBox="1">
            <a:spLocks/>
          </p:cNvSpPr>
          <p:nvPr/>
        </p:nvSpPr>
        <p:spPr bwMode="gray">
          <a:xfrm>
            <a:off x="360001" y="2571750"/>
            <a:ext cx="8424000" cy="663788"/>
          </a:xfrm>
          <a:prstGeom prst="rect">
            <a:avLst/>
          </a:prstGeom>
        </p:spPr>
        <p:txBody>
          <a:bodyPr vert="horz" lIns="0" tIns="0" rIns="0" bIns="0" rtlCol="0">
            <a:no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pl-PL" sz="1400" b="1" dirty="0"/>
          </a:p>
          <a:p>
            <a:r>
              <a:rPr lang="pl-PL" sz="1400" b="1" dirty="0"/>
              <a:t>Ł. Dudzic | Bielsko, TCB | </a:t>
            </a:r>
            <a:r>
              <a:rPr lang="en-US" sz="1400" b="1" dirty="0"/>
              <a:t>CAE | Division </a:t>
            </a:r>
            <a:r>
              <a:rPr lang="pl-PL" sz="1400" b="1" dirty="0"/>
              <a:t>C</a:t>
            </a:r>
            <a:r>
              <a:rPr lang="en-US" sz="1400" b="1" dirty="0"/>
              <a:t> | </a:t>
            </a:r>
            <a:r>
              <a:rPr lang="pl-PL" sz="1400" b="1" dirty="0"/>
              <a:t>CDSN5</a:t>
            </a:r>
          </a:p>
          <a:p>
            <a:endParaRPr lang="de-DE" sz="1400" b="1" dirty="0"/>
          </a:p>
          <a:p>
            <a:endParaRPr lang="de-DE" sz="1400" b="1" dirty="0"/>
          </a:p>
        </p:txBody>
      </p:sp>
    </p:spTree>
    <p:extLst>
      <p:ext uri="{BB962C8B-B14F-4D97-AF65-F5344CB8AC3E}">
        <p14:creationId xmlns:p14="http://schemas.microsoft.com/office/powerpoint/2010/main" val="4102040684"/>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symbol pro zápatí 3">
            <a:extLst>
              <a:ext uri="{FF2B5EF4-FFF2-40B4-BE49-F238E27FC236}">
                <a16:creationId xmlns:a16="http://schemas.microsoft.com/office/drawing/2014/main" id="{254E7CE1-B5B6-F3BC-0714-B80C7E5B52DE}"/>
              </a:ext>
            </a:extLst>
          </p:cNvPr>
          <p:cNvSpPr>
            <a:spLocks noGrp="1"/>
          </p:cNvSpPr>
          <p:nvPr>
            <p:ph type="ftr" sz="quarter" idx="11"/>
          </p:nvPr>
        </p:nvSpPr>
        <p:spPr/>
        <p:txBody>
          <a:bodyPr/>
          <a:lstStyle/>
          <a:p>
            <a:endParaRPr lang="de-DE" dirty="0"/>
          </a:p>
        </p:txBody>
      </p:sp>
      <p:sp>
        <p:nvSpPr>
          <p:cNvPr id="5" name="Zástupný symbol pro číslo snímku 4">
            <a:extLst>
              <a:ext uri="{FF2B5EF4-FFF2-40B4-BE49-F238E27FC236}">
                <a16:creationId xmlns:a16="http://schemas.microsoft.com/office/drawing/2014/main" id="{825D30A8-B84A-B60F-CB35-04BD4211E181}"/>
              </a:ext>
            </a:extLst>
          </p:cNvPr>
          <p:cNvSpPr>
            <a:spLocks noGrp="1"/>
          </p:cNvSpPr>
          <p:nvPr>
            <p:ph type="sldNum" sz="quarter" idx="12"/>
          </p:nvPr>
        </p:nvSpPr>
        <p:spPr>
          <a:xfrm>
            <a:off x="8604001" y="4871601"/>
            <a:ext cx="180000" cy="108000"/>
          </a:xfrm>
          <a:prstGeom prst="rect">
            <a:avLst/>
          </a:prstGeom>
        </p:spPr>
        <p:txBody>
          <a:bodyPr vert="horz" lIns="0" tIns="0" rIns="0" bIns="0" rtlCol="0" anchor="ctr"/>
          <a:lstStyle>
            <a:defPPr>
              <a:defRPr lang="de-DE"/>
            </a:defPPr>
            <a:lvl1pPr marL="0" algn="r" defTabSz="914400" rtl="0" eaLnBrk="1" latinLnBrk="0" hangingPunct="1">
              <a:defRPr sz="600" b="1"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839375-43AA-4A5D-B991-4343C4570BCB}" type="slidenum">
              <a:rPr lang="de-DE" smtClean="0"/>
              <a:pPr/>
              <a:t>26</a:t>
            </a:fld>
            <a:endParaRPr lang="de-DE"/>
          </a:p>
        </p:txBody>
      </p:sp>
      <p:cxnSp>
        <p:nvCxnSpPr>
          <p:cNvPr id="20" name="Slide_Title_Separation_Line">
            <a:extLst>
              <a:ext uri="{FF2B5EF4-FFF2-40B4-BE49-F238E27FC236}">
                <a16:creationId xmlns:a16="http://schemas.microsoft.com/office/drawing/2014/main" id="{78EACE0D-1AA8-ED1E-16F7-5C1284E364F9}"/>
              </a:ext>
            </a:extLst>
          </p:cNvPr>
          <p:cNvCxnSpPr>
            <a:cxnSpLocks/>
          </p:cNvCxnSpPr>
          <p:nvPr/>
        </p:nvCxnSpPr>
        <p:spPr>
          <a:xfrm>
            <a:off x="361300" y="791755"/>
            <a:ext cx="8421039" cy="0"/>
          </a:xfrm>
          <a:prstGeom prst="line">
            <a:avLst/>
          </a:prstGeom>
          <a:ln w="19050" cap="rnd">
            <a:solidFill>
              <a:srgbClr val="004D7A"/>
            </a:solidFill>
            <a:prstDash val="sysDot"/>
            <a:headEnd type="none"/>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495C43F8-E43B-C6AC-F16E-24C0C862C5C6}"/>
              </a:ext>
            </a:extLst>
          </p:cNvPr>
          <p:cNvSpPr txBox="1">
            <a:spLocks/>
          </p:cNvSpPr>
          <p:nvPr/>
        </p:nvSpPr>
        <p:spPr>
          <a:xfrm>
            <a:off x="361663" y="431867"/>
            <a:ext cx="8421402" cy="287911"/>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600" b="0" dirty="0">
                <a:solidFill>
                  <a:schemeClr val="accent5"/>
                </a:solidFill>
                <a:latin typeface="ZF Prometo Medium" panose="020B0704030203060203" pitchFamily="34" charset="-18"/>
              </a:rPr>
              <a:t>Preparation – Install Python through HelpDesk</a:t>
            </a:r>
            <a:endParaRPr lang="en-GB" sz="1600" b="0" dirty="0">
              <a:solidFill>
                <a:schemeClr val="accent5"/>
              </a:solidFill>
              <a:latin typeface="Consolas" panose="020B0609020204030204" pitchFamily="49" charset="0"/>
            </a:endParaRPr>
          </a:p>
        </p:txBody>
      </p:sp>
      <p:sp>
        <p:nvSpPr>
          <p:cNvPr id="1037" name="Title 1">
            <a:extLst>
              <a:ext uri="{FF2B5EF4-FFF2-40B4-BE49-F238E27FC236}">
                <a16:creationId xmlns:a16="http://schemas.microsoft.com/office/drawing/2014/main" id="{8E95DF47-ED69-D3DB-C9E9-02626616E174}"/>
              </a:ext>
            </a:extLst>
          </p:cNvPr>
          <p:cNvSpPr txBox="1">
            <a:spLocks/>
          </p:cNvSpPr>
          <p:nvPr/>
        </p:nvSpPr>
        <p:spPr>
          <a:xfrm>
            <a:off x="361663" y="107966"/>
            <a:ext cx="8421402" cy="359889"/>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999" b="0" dirty="0">
                <a:latin typeface="ZF Prometo Medium" panose="020B0704030203060203" pitchFamily="34" charset="-18"/>
              </a:rPr>
              <a:t>Constant surveillance script | User manual</a:t>
            </a:r>
            <a:endParaRPr lang="en-GB" sz="1999" b="0" dirty="0">
              <a:solidFill>
                <a:schemeClr val="accent5"/>
              </a:solidFill>
              <a:latin typeface="ZF Prometo Medium" panose="020B0704030203060203" pitchFamily="34" charset="-18"/>
            </a:endParaRPr>
          </a:p>
        </p:txBody>
      </p:sp>
      <p:sp>
        <p:nvSpPr>
          <p:cNvPr id="35" name="TextBox 34">
            <a:extLst>
              <a:ext uri="{FF2B5EF4-FFF2-40B4-BE49-F238E27FC236}">
                <a16:creationId xmlns:a16="http://schemas.microsoft.com/office/drawing/2014/main" id="{17800A95-B7E0-9127-F72E-7CA084A3831B}"/>
              </a:ext>
            </a:extLst>
          </p:cNvPr>
          <p:cNvSpPr txBox="1"/>
          <p:nvPr/>
        </p:nvSpPr>
        <p:spPr>
          <a:xfrm rot="10800000" flipH="1" flipV="1">
            <a:off x="361728" y="1185969"/>
            <a:ext cx="4427715" cy="369332"/>
          </a:xfrm>
          <a:prstGeom prst="rect">
            <a:avLst/>
          </a:prstGeom>
          <a:noFill/>
        </p:spPr>
        <p:txBody>
          <a:bodyPr wrap="squar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Python needs to be installed. The best way to install Python is to use the installation through HelpDesk:</a:t>
            </a:r>
          </a:p>
        </p:txBody>
      </p:sp>
      <p:pic>
        <p:nvPicPr>
          <p:cNvPr id="37" name="Picture 36">
            <a:extLst>
              <a:ext uri="{FF2B5EF4-FFF2-40B4-BE49-F238E27FC236}">
                <a16:creationId xmlns:a16="http://schemas.microsoft.com/office/drawing/2014/main" id="{15C59E20-DB2A-25E7-9EC0-C1F8308054F0}"/>
              </a:ext>
            </a:extLst>
          </p:cNvPr>
          <p:cNvPicPr>
            <a:picLocks noChangeAspect="1"/>
          </p:cNvPicPr>
          <p:nvPr/>
        </p:nvPicPr>
        <p:blipFill rotWithShape="1">
          <a:blip r:embed="rId2"/>
          <a:srcRect b="22684"/>
          <a:stretch/>
        </p:blipFill>
        <p:spPr>
          <a:xfrm>
            <a:off x="5019964" y="931921"/>
            <a:ext cx="3201952" cy="1677371"/>
          </a:xfrm>
          <a:prstGeom prst="rect">
            <a:avLst/>
          </a:prstGeom>
        </p:spPr>
      </p:pic>
      <p:sp>
        <p:nvSpPr>
          <p:cNvPr id="38" name="TextBox 37">
            <a:extLst>
              <a:ext uri="{FF2B5EF4-FFF2-40B4-BE49-F238E27FC236}">
                <a16:creationId xmlns:a16="http://schemas.microsoft.com/office/drawing/2014/main" id="{B8C91BA5-13D9-9406-D0A2-DBCCF73874FA}"/>
              </a:ext>
            </a:extLst>
          </p:cNvPr>
          <p:cNvSpPr txBox="1"/>
          <p:nvPr/>
        </p:nvSpPr>
        <p:spPr>
          <a:xfrm rot="10800000" flipH="1" flipV="1">
            <a:off x="361299" y="3658304"/>
            <a:ext cx="4427715" cy="369332"/>
          </a:xfrm>
          <a:prstGeom prst="rect">
            <a:avLst/>
          </a:prstGeom>
          <a:noFill/>
        </p:spPr>
        <p:txBody>
          <a:bodyPr wrap="squar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Type in Python in field „Choose your Software” and choose the latest version:</a:t>
            </a:r>
          </a:p>
        </p:txBody>
      </p:sp>
      <p:pic>
        <p:nvPicPr>
          <p:cNvPr id="42" name="Picture 41">
            <a:extLst>
              <a:ext uri="{FF2B5EF4-FFF2-40B4-BE49-F238E27FC236}">
                <a16:creationId xmlns:a16="http://schemas.microsoft.com/office/drawing/2014/main" id="{92C8D0CF-F867-D0A7-AA37-8C7B8A9B2242}"/>
              </a:ext>
            </a:extLst>
          </p:cNvPr>
          <p:cNvPicPr>
            <a:picLocks noChangeAspect="1"/>
          </p:cNvPicPr>
          <p:nvPr/>
        </p:nvPicPr>
        <p:blipFill>
          <a:blip r:embed="rId3"/>
          <a:stretch>
            <a:fillRect/>
          </a:stretch>
        </p:blipFill>
        <p:spPr>
          <a:xfrm>
            <a:off x="5019964" y="2777904"/>
            <a:ext cx="2950858" cy="1925084"/>
          </a:xfrm>
          <a:prstGeom prst="rect">
            <a:avLst/>
          </a:prstGeom>
        </p:spPr>
      </p:pic>
    </p:spTree>
    <p:extLst>
      <p:ext uri="{BB962C8B-B14F-4D97-AF65-F5344CB8AC3E}">
        <p14:creationId xmlns:p14="http://schemas.microsoft.com/office/powerpoint/2010/main" val="3334163543"/>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symbol pro zápatí 3">
            <a:extLst>
              <a:ext uri="{FF2B5EF4-FFF2-40B4-BE49-F238E27FC236}">
                <a16:creationId xmlns:a16="http://schemas.microsoft.com/office/drawing/2014/main" id="{254E7CE1-B5B6-F3BC-0714-B80C7E5B52DE}"/>
              </a:ext>
            </a:extLst>
          </p:cNvPr>
          <p:cNvSpPr>
            <a:spLocks noGrp="1"/>
          </p:cNvSpPr>
          <p:nvPr>
            <p:ph type="ftr" sz="quarter" idx="11"/>
          </p:nvPr>
        </p:nvSpPr>
        <p:spPr/>
        <p:txBody>
          <a:bodyPr/>
          <a:lstStyle/>
          <a:p>
            <a:endParaRPr lang="de-DE" dirty="0"/>
          </a:p>
        </p:txBody>
      </p:sp>
      <p:sp>
        <p:nvSpPr>
          <p:cNvPr id="5" name="Zástupný symbol pro číslo snímku 4">
            <a:extLst>
              <a:ext uri="{FF2B5EF4-FFF2-40B4-BE49-F238E27FC236}">
                <a16:creationId xmlns:a16="http://schemas.microsoft.com/office/drawing/2014/main" id="{825D30A8-B84A-B60F-CB35-04BD4211E181}"/>
              </a:ext>
            </a:extLst>
          </p:cNvPr>
          <p:cNvSpPr>
            <a:spLocks noGrp="1"/>
          </p:cNvSpPr>
          <p:nvPr>
            <p:ph type="sldNum" sz="quarter" idx="12"/>
          </p:nvPr>
        </p:nvSpPr>
        <p:spPr>
          <a:xfrm>
            <a:off x="8604001" y="4871601"/>
            <a:ext cx="180000" cy="108000"/>
          </a:xfrm>
          <a:prstGeom prst="rect">
            <a:avLst/>
          </a:prstGeom>
        </p:spPr>
        <p:txBody>
          <a:bodyPr vert="horz" lIns="0" tIns="0" rIns="0" bIns="0" rtlCol="0" anchor="ctr"/>
          <a:lstStyle>
            <a:defPPr>
              <a:defRPr lang="de-DE"/>
            </a:defPPr>
            <a:lvl1pPr marL="0" algn="r" defTabSz="914400" rtl="0" eaLnBrk="1" latinLnBrk="0" hangingPunct="1">
              <a:defRPr sz="600" b="1"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839375-43AA-4A5D-B991-4343C4570BCB}" type="slidenum">
              <a:rPr lang="de-DE" smtClean="0"/>
              <a:pPr/>
              <a:t>27</a:t>
            </a:fld>
            <a:endParaRPr lang="de-DE"/>
          </a:p>
        </p:txBody>
      </p:sp>
      <p:cxnSp>
        <p:nvCxnSpPr>
          <p:cNvPr id="20" name="Slide_Title_Separation_Line">
            <a:extLst>
              <a:ext uri="{FF2B5EF4-FFF2-40B4-BE49-F238E27FC236}">
                <a16:creationId xmlns:a16="http://schemas.microsoft.com/office/drawing/2014/main" id="{78EACE0D-1AA8-ED1E-16F7-5C1284E364F9}"/>
              </a:ext>
            </a:extLst>
          </p:cNvPr>
          <p:cNvCxnSpPr>
            <a:cxnSpLocks/>
          </p:cNvCxnSpPr>
          <p:nvPr/>
        </p:nvCxnSpPr>
        <p:spPr>
          <a:xfrm>
            <a:off x="361300" y="791755"/>
            <a:ext cx="8421039" cy="0"/>
          </a:xfrm>
          <a:prstGeom prst="line">
            <a:avLst/>
          </a:prstGeom>
          <a:ln w="19050" cap="rnd">
            <a:solidFill>
              <a:srgbClr val="004D7A"/>
            </a:solidFill>
            <a:prstDash val="sysDot"/>
            <a:headEnd type="none"/>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495C43F8-E43B-C6AC-F16E-24C0C862C5C6}"/>
              </a:ext>
            </a:extLst>
          </p:cNvPr>
          <p:cNvSpPr txBox="1">
            <a:spLocks/>
          </p:cNvSpPr>
          <p:nvPr/>
        </p:nvSpPr>
        <p:spPr>
          <a:xfrm>
            <a:off x="361663" y="431867"/>
            <a:ext cx="8421402" cy="287911"/>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600" b="0" dirty="0">
                <a:solidFill>
                  <a:schemeClr val="accent5"/>
                </a:solidFill>
                <a:latin typeface="ZF Prometo Medium" panose="020B0704030203060203" pitchFamily="34" charset="-18"/>
              </a:rPr>
              <a:t>Preparation – Install Git</a:t>
            </a:r>
            <a:endParaRPr lang="en-GB" sz="1600" b="0" dirty="0">
              <a:solidFill>
                <a:schemeClr val="accent5"/>
              </a:solidFill>
              <a:latin typeface="Consolas" panose="020B0609020204030204" pitchFamily="49" charset="0"/>
            </a:endParaRPr>
          </a:p>
        </p:txBody>
      </p:sp>
      <p:sp>
        <p:nvSpPr>
          <p:cNvPr id="1037" name="Title 1">
            <a:extLst>
              <a:ext uri="{FF2B5EF4-FFF2-40B4-BE49-F238E27FC236}">
                <a16:creationId xmlns:a16="http://schemas.microsoft.com/office/drawing/2014/main" id="{8E95DF47-ED69-D3DB-C9E9-02626616E174}"/>
              </a:ext>
            </a:extLst>
          </p:cNvPr>
          <p:cNvSpPr txBox="1">
            <a:spLocks/>
          </p:cNvSpPr>
          <p:nvPr/>
        </p:nvSpPr>
        <p:spPr>
          <a:xfrm>
            <a:off x="361663" y="107966"/>
            <a:ext cx="8421402" cy="359889"/>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999" b="0" dirty="0">
                <a:latin typeface="ZF Prometo Medium" panose="020B0704030203060203" pitchFamily="34" charset="-18"/>
              </a:rPr>
              <a:t>Constant surveillance script | User manual</a:t>
            </a:r>
            <a:endParaRPr lang="en-GB" sz="1999" b="0" dirty="0">
              <a:solidFill>
                <a:schemeClr val="accent5"/>
              </a:solidFill>
              <a:latin typeface="ZF Prometo Medium" panose="020B0704030203060203" pitchFamily="34" charset="-18"/>
            </a:endParaRPr>
          </a:p>
        </p:txBody>
      </p:sp>
      <p:sp>
        <p:nvSpPr>
          <p:cNvPr id="35" name="TextBox 34">
            <a:extLst>
              <a:ext uri="{FF2B5EF4-FFF2-40B4-BE49-F238E27FC236}">
                <a16:creationId xmlns:a16="http://schemas.microsoft.com/office/drawing/2014/main" id="{17800A95-B7E0-9127-F72E-7CA084A3831B}"/>
              </a:ext>
            </a:extLst>
          </p:cNvPr>
          <p:cNvSpPr txBox="1"/>
          <p:nvPr/>
        </p:nvSpPr>
        <p:spPr>
          <a:xfrm rot="10800000" flipH="1" flipV="1">
            <a:off x="550415" y="1310590"/>
            <a:ext cx="2737072" cy="3323987"/>
          </a:xfrm>
          <a:prstGeom prst="rect">
            <a:avLst/>
          </a:prstGeom>
          <a:noFill/>
        </p:spPr>
        <p:txBody>
          <a:bodyPr wrap="squar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Install Git For Windows:</a:t>
            </a:r>
          </a:p>
          <a:p>
            <a:pPr marL="228600" marR="0" indent="-228600" defTabSz="914400" eaLnBrk="1" fontAlgn="base" latinLnBrk="0" hangingPunct="1">
              <a:lnSpc>
                <a:spcPct val="100000"/>
              </a:lnSpc>
              <a:spcBef>
                <a:spcPts val="0"/>
              </a:spcBef>
              <a:spcAft>
                <a:spcPct val="0"/>
              </a:spcAft>
              <a:buClrTx/>
              <a:buSzTx/>
              <a:buFontTx/>
              <a:buAutoNum type="arabicPeriod"/>
              <a:tabLst/>
            </a:pPr>
            <a:r>
              <a:rPr lang="pl-PL" sz="1200" kern="0" dirty="0">
                <a:solidFill>
                  <a:srgbClr val="000000"/>
                </a:solidFill>
              </a:rPr>
              <a:t>Find git installer webpage</a:t>
            </a:r>
          </a:p>
          <a:p>
            <a:pPr marL="228600" marR="0" indent="-228600" defTabSz="914400" eaLnBrk="1" fontAlgn="base" latinLnBrk="0" hangingPunct="1">
              <a:lnSpc>
                <a:spcPct val="100000"/>
              </a:lnSpc>
              <a:spcBef>
                <a:spcPts val="0"/>
              </a:spcBef>
              <a:spcAft>
                <a:spcPct val="0"/>
              </a:spcAft>
              <a:buClrTx/>
              <a:buSzTx/>
              <a:buFontTx/>
              <a:buAutoNum type="arabicPeriod"/>
              <a:tabLst/>
            </a:pPr>
            <a:endParaRPr kumimoji="0" lang="pl-PL" sz="1200" b="0" i="0" u="none" strike="noStrike" kern="0" cap="none" spc="0" normalizeH="0" baseline="0" noProof="0" dirty="0">
              <a:ln>
                <a:noFill/>
              </a:ln>
              <a:solidFill>
                <a:srgbClr val="000000"/>
              </a:solidFill>
              <a:effectLst/>
              <a:uLnTx/>
              <a:uFillTx/>
            </a:endParaRPr>
          </a:p>
          <a:p>
            <a:pPr marL="228600" marR="0" indent="-228600" defTabSz="914400" eaLnBrk="1" fontAlgn="base" latinLnBrk="0" hangingPunct="1">
              <a:lnSpc>
                <a:spcPct val="100000"/>
              </a:lnSpc>
              <a:spcBef>
                <a:spcPts val="0"/>
              </a:spcBef>
              <a:spcAft>
                <a:spcPct val="0"/>
              </a:spcAft>
              <a:buClrTx/>
              <a:buSzTx/>
              <a:buFontTx/>
              <a:buAutoNum type="arabicPeriod"/>
              <a:tabLst/>
            </a:pPr>
            <a:endParaRPr lang="pl-PL" sz="1200" kern="0" dirty="0">
              <a:solidFill>
                <a:srgbClr val="000000"/>
              </a:solidFill>
            </a:endParaRPr>
          </a:p>
          <a:p>
            <a:pPr marL="228600" marR="0" indent="-228600" defTabSz="914400" eaLnBrk="1" fontAlgn="base" latinLnBrk="0" hangingPunct="1">
              <a:lnSpc>
                <a:spcPct val="100000"/>
              </a:lnSpc>
              <a:spcBef>
                <a:spcPts val="0"/>
              </a:spcBef>
              <a:spcAft>
                <a:spcPct val="0"/>
              </a:spcAft>
              <a:buClrTx/>
              <a:buSzTx/>
              <a:buFontTx/>
              <a:buAutoNum type="arabicPeriod"/>
              <a:tabLst/>
            </a:pPr>
            <a:endParaRPr kumimoji="0" lang="pl-PL" sz="1200" b="0" i="0" u="none" strike="noStrike" kern="0" cap="none" spc="0" normalizeH="0" baseline="0" noProof="0" dirty="0">
              <a:ln>
                <a:noFill/>
              </a:ln>
              <a:solidFill>
                <a:srgbClr val="000000"/>
              </a:solidFill>
              <a:effectLst/>
              <a:uLnTx/>
              <a:uFillTx/>
            </a:endParaRPr>
          </a:p>
          <a:p>
            <a:pPr marL="228600" marR="0" indent="-228600" defTabSz="914400" eaLnBrk="1" fontAlgn="base" latinLnBrk="0" hangingPunct="1">
              <a:lnSpc>
                <a:spcPct val="100000"/>
              </a:lnSpc>
              <a:spcBef>
                <a:spcPts val="0"/>
              </a:spcBef>
              <a:spcAft>
                <a:spcPct val="0"/>
              </a:spcAft>
              <a:buClrTx/>
              <a:buSzTx/>
              <a:buFontTx/>
              <a:buAutoNum type="arabicPeriod"/>
              <a:tabLst/>
            </a:pPr>
            <a:endParaRPr lang="pl-PL" sz="1200" kern="0" dirty="0">
              <a:solidFill>
                <a:srgbClr val="000000"/>
              </a:solidFill>
            </a:endParaRPr>
          </a:p>
          <a:p>
            <a:pPr marL="228600" marR="0" indent="-228600" defTabSz="914400" eaLnBrk="1" fontAlgn="base" latinLnBrk="0" hangingPunct="1">
              <a:lnSpc>
                <a:spcPct val="100000"/>
              </a:lnSpc>
              <a:spcBef>
                <a:spcPts val="0"/>
              </a:spcBef>
              <a:spcAft>
                <a:spcPct val="0"/>
              </a:spcAft>
              <a:buClrTx/>
              <a:buSzTx/>
              <a:buFontTx/>
              <a:buAutoNum type="arabicPeriod"/>
              <a:tabLst/>
            </a:pPr>
            <a:endParaRPr kumimoji="0" lang="pl-PL" sz="1200" b="0" i="0" u="none" strike="noStrike" kern="0" cap="none" spc="0" normalizeH="0" baseline="0" noProof="0" dirty="0">
              <a:ln>
                <a:noFill/>
              </a:ln>
              <a:solidFill>
                <a:srgbClr val="000000"/>
              </a:solidFill>
              <a:effectLst/>
              <a:uLnTx/>
              <a:uFillTx/>
            </a:endParaRPr>
          </a:p>
          <a:p>
            <a:pPr marL="228600" marR="0" indent="-228600" defTabSz="914400" eaLnBrk="1" fontAlgn="base" latinLnBrk="0" hangingPunct="1">
              <a:lnSpc>
                <a:spcPct val="100000"/>
              </a:lnSpc>
              <a:spcBef>
                <a:spcPts val="0"/>
              </a:spcBef>
              <a:spcAft>
                <a:spcPct val="0"/>
              </a:spcAft>
              <a:buClrTx/>
              <a:buSzTx/>
              <a:buFontTx/>
              <a:buAutoNum type="arabicPeriod"/>
              <a:tabLst/>
            </a:pPr>
            <a:endParaRPr kumimoji="0" lang="pl-PL" sz="1200" b="0" i="0" u="none" strike="noStrike" kern="0" cap="none" spc="0" normalizeH="0" baseline="0" noProof="0" dirty="0">
              <a:ln>
                <a:noFill/>
              </a:ln>
              <a:solidFill>
                <a:srgbClr val="000000"/>
              </a:solidFill>
              <a:effectLst/>
              <a:uLnTx/>
              <a:uFillTx/>
            </a:endParaRPr>
          </a:p>
          <a:p>
            <a:pPr marL="228600" marR="0" indent="-228600" defTabSz="914400" eaLnBrk="1" fontAlgn="base" latinLnBrk="0" hangingPunct="1">
              <a:lnSpc>
                <a:spcPct val="100000"/>
              </a:lnSpc>
              <a:spcBef>
                <a:spcPts val="0"/>
              </a:spcBef>
              <a:spcAft>
                <a:spcPct val="0"/>
              </a:spcAft>
              <a:buClrTx/>
              <a:buSzTx/>
              <a:buFontTx/>
              <a:buAutoNum type="arabicPeriod"/>
              <a:tabLst/>
            </a:pPr>
            <a:endParaRPr lang="pl-PL" sz="1200" kern="0" dirty="0">
              <a:solidFill>
                <a:srgbClr val="000000"/>
              </a:solidFill>
            </a:endParaRPr>
          </a:p>
          <a:p>
            <a:pPr marL="228600" marR="0" indent="-228600" defTabSz="914400" eaLnBrk="1" fontAlgn="base" latinLnBrk="0" hangingPunct="1">
              <a:lnSpc>
                <a:spcPct val="100000"/>
              </a:lnSpc>
              <a:spcBef>
                <a:spcPts val="0"/>
              </a:spcBef>
              <a:spcAft>
                <a:spcPct val="0"/>
              </a:spcAft>
              <a:buClrTx/>
              <a:buSzTx/>
              <a:buFontTx/>
              <a:buAutoNum type="arabicPeriod"/>
              <a:tabLst/>
            </a:pPr>
            <a:endParaRPr kumimoji="0" lang="pl-PL" sz="1200" b="0" i="0" u="none" strike="noStrike" kern="0" cap="none" spc="0" normalizeH="0" baseline="0" noProof="0" dirty="0">
              <a:ln>
                <a:noFill/>
              </a:ln>
              <a:solidFill>
                <a:srgbClr val="000000"/>
              </a:solidFill>
              <a:effectLst/>
              <a:uLnTx/>
              <a:uFillTx/>
            </a:endParaRPr>
          </a:p>
          <a:p>
            <a:pPr marL="228600" marR="0" indent="-228600" defTabSz="914400" eaLnBrk="1" fontAlgn="base" latinLnBrk="0" hangingPunct="1">
              <a:lnSpc>
                <a:spcPct val="100000"/>
              </a:lnSpc>
              <a:spcBef>
                <a:spcPts val="0"/>
              </a:spcBef>
              <a:spcAft>
                <a:spcPct val="0"/>
              </a:spcAft>
              <a:buClrTx/>
              <a:buSzTx/>
              <a:buFontTx/>
              <a:buAutoNum type="arabicPeriod"/>
              <a:tabLst/>
            </a:pPr>
            <a:r>
              <a:rPr lang="pl-PL" sz="1200" kern="0" dirty="0">
                <a:solidFill>
                  <a:srgbClr val="000000"/>
                </a:solidFill>
              </a:rPr>
              <a:t>Choose your Windows setup</a:t>
            </a:r>
          </a:p>
          <a:p>
            <a:pPr marL="228600" marR="0" indent="-228600" defTabSz="914400" eaLnBrk="1" fontAlgn="base" latinLnBrk="0" hangingPunct="1">
              <a:lnSpc>
                <a:spcPct val="100000"/>
              </a:lnSpc>
              <a:spcBef>
                <a:spcPts val="0"/>
              </a:spcBef>
              <a:spcAft>
                <a:spcPct val="0"/>
              </a:spcAft>
              <a:buClrTx/>
              <a:buSzTx/>
              <a:buFontTx/>
              <a:buAutoNum type="arabicPeriod"/>
              <a:tabLst/>
            </a:pPr>
            <a:endParaRPr kumimoji="0" lang="pl-PL" sz="1200" b="0" i="0" u="none" strike="noStrike" kern="0" cap="none" spc="0" normalizeH="0" baseline="0" noProof="0" dirty="0">
              <a:ln>
                <a:noFill/>
              </a:ln>
              <a:solidFill>
                <a:srgbClr val="000000"/>
              </a:solidFill>
              <a:effectLst/>
              <a:uLnTx/>
              <a:uFillTx/>
            </a:endParaRPr>
          </a:p>
          <a:p>
            <a:pPr marL="228600" marR="0" indent="-228600" defTabSz="914400" eaLnBrk="1" fontAlgn="base" latinLnBrk="0" hangingPunct="1">
              <a:lnSpc>
                <a:spcPct val="100000"/>
              </a:lnSpc>
              <a:spcBef>
                <a:spcPts val="0"/>
              </a:spcBef>
              <a:spcAft>
                <a:spcPct val="0"/>
              </a:spcAft>
              <a:buClrTx/>
              <a:buSzTx/>
              <a:buFontTx/>
              <a:buAutoNum type="arabicPeriod"/>
              <a:tabLst/>
            </a:pPr>
            <a:endParaRPr lang="pl-PL" sz="1200" kern="0" dirty="0">
              <a:solidFill>
                <a:srgbClr val="000000"/>
              </a:solidFill>
            </a:endParaRPr>
          </a:p>
          <a:p>
            <a:pPr marL="228600" marR="0" indent="-228600" defTabSz="914400" eaLnBrk="1" fontAlgn="base" latinLnBrk="0" hangingPunct="1">
              <a:lnSpc>
                <a:spcPct val="100000"/>
              </a:lnSpc>
              <a:spcBef>
                <a:spcPts val="0"/>
              </a:spcBef>
              <a:spcAft>
                <a:spcPct val="0"/>
              </a:spcAft>
              <a:buClrTx/>
              <a:buSzTx/>
              <a:buFontTx/>
              <a:buAutoNum type="arabicPeriod"/>
              <a:tabLst/>
            </a:pPr>
            <a:endParaRPr kumimoji="0" lang="pl-PL" sz="1200" b="0" i="0" u="none" strike="noStrike" kern="0" cap="none" spc="0" normalizeH="0" baseline="0" noProof="0" dirty="0">
              <a:ln>
                <a:noFill/>
              </a:ln>
              <a:solidFill>
                <a:srgbClr val="000000"/>
              </a:solidFill>
              <a:effectLst/>
              <a:uLnTx/>
              <a:uFillTx/>
            </a:endParaRPr>
          </a:p>
          <a:p>
            <a:pPr marL="228600" marR="0" indent="-228600" defTabSz="914400" eaLnBrk="1" fontAlgn="base" latinLnBrk="0" hangingPunct="1">
              <a:lnSpc>
                <a:spcPct val="100000"/>
              </a:lnSpc>
              <a:spcBef>
                <a:spcPts val="0"/>
              </a:spcBef>
              <a:spcAft>
                <a:spcPct val="0"/>
              </a:spcAft>
              <a:buClrTx/>
              <a:buSzTx/>
              <a:buFontTx/>
              <a:buAutoNum type="arabicPeriod"/>
              <a:tabLst/>
            </a:pPr>
            <a:r>
              <a:rPr lang="pl-PL" sz="1200" kern="0" dirty="0">
                <a:solidFill>
                  <a:srgbClr val="000000"/>
                </a:solidFill>
              </a:rPr>
              <a:t>Wait for the installer to download. Git license is GNU Public License version 2.0 which means it is free for corporate users</a:t>
            </a:r>
            <a:endParaRPr kumimoji="0" lang="pl-PL" sz="12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1025340264"/>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symbol pro zápatí 3">
            <a:extLst>
              <a:ext uri="{FF2B5EF4-FFF2-40B4-BE49-F238E27FC236}">
                <a16:creationId xmlns:a16="http://schemas.microsoft.com/office/drawing/2014/main" id="{254E7CE1-B5B6-F3BC-0714-B80C7E5B52DE}"/>
              </a:ext>
            </a:extLst>
          </p:cNvPr>
          <p:cNvSpPr>
            <a:spLocks noGrp="1"/>
          </p:cNvSpPr>
          <p:nvPr>
            <p:ph type="ftr" sz="quarter" idx="11"/>
          </p:nvPr>
        </p:nvSpPr>
        <p:spPr/>
        <p:txBody>
          <a:bodyPr/>
          <a:lstStyle/>
          <a:p>
            <a:endParaRPr lang="de-DE" dirty="0"/>
          </a:p>
        </p:txBody>
      </p:sp>
      <p:sp>
        <p:nvSpPr>
          <p:cNvPr id="5" name="Zástupný symbol pro číslo snímku 4">
            <a:extLst>
              <a:ext uri="{FF2B5EF4-FFF2-40B4-BE49-F238E27FC236}">
                <a16:creationId xmlns:a16="http://schemas.microsoft.com/office/drawing/2014/main" id="{825D30A8-B84A-B60F-CB35-04BD4211E181}"/>
              </a:ext>
            </a:extLst>
          </p:cNvPr>
          <p:cNvSpPr>
            <a:spLocks noGrp="1"/>
          </p:cNvSpPr>
          <p:nvPr>
            <p:ph type="sldNum" sz="quarter" idx="12"/>
          </p:nvPr>
        </p:nvSpPr>
        <p:spPr>
          <a:xfrm>
            <a:off x="8604001" y="4871601"/>
            <a:ext cx="180000" cy="108000"/>
          </a:xfrm>
          <a:prstGeom prst="rect">
            <a:avLst/>
          </a:prstGeom>
        </p:spPr>
        <p:txBody>
          <a:bodyPr vert="horz" lIns="0" tIns="0" rIns="0" bIns="0" rtlCol="0" anchor="ctr"/>
          <a:lstStyle>
            <a:defPPr>
              <a:defRPr lang="de-DE"/>
            </a:defPPr>
            <a:lvl1pPr marL="0" algn="r" defTabSz="914400" rtl="0" eaLnBrk="1" latinLnBrk="0" hangingPunct="1">
              <a:defRPr sz="600" b="1"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839375-43AA-4A5D-B991-4343C4570BCB}" type="slidenum">
              <a:rPr lang="de-DE" smtClean="0"/>
              <a:pPr/>
              <a:t>28</a:t>
            </a:fld>
            <a:endParaRPr lang="de-DE"/>
          </a:p>
        </p:txBody>
      </p:sp>
      <p:cxnSp>
        <p:nvCxnSpPr>
          <p:cNvPr id="20" name="Slide_Title_Separation_Line">
            <a:extLst>
              <a:ext uri="{FF2B5EF4-FFF2-40B4-BE49-F238E27FC236}">
                <a16:creationId xmlns:a16="http://schemas.microsoft.com/office/drawing/2014/main" id="{78EACE0D-1AA8-ED1E-16F7-5C1284E364F9}"/>
              </a:ext>
            </a:extLst>
          </p:cNvPr>
          <p:cNvCxnSpPr>
            <a:cxnSpLocks/>
          </p:cNvCxnSpPr>
          <p:nvPr/>
        </p:nvCxnSpPr>
        <p:spPr>
          <a:xfrm>
            <a:off x="361300" y="791755"/>
            <a:ext cx="8421039" cy="0"/>
          </a:xfrm>
          <a:prstGeom prst="line">
            <a:avLst/>
          </a:prstGeom>
          <a:ln w="19050" cap="rnd">
            <a:solidFill>
              <a:srgbClr val="004D7A"/>
            </a:solidFill>
            <a:prstDash val="sysDot"/>
            <a:headEnd type="none"/>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495C43F8-E43B-C6AC-F16E-24C0C862C5C6}"/>
              </a:ext>
            </a:extLst>
          </p:cNvPr>
          <p:cNvSpPr txBox="1">
            <a:spLocks/>
          </p:cNvSpPr>
          <p:nvPr/>
        </p:nvSpPr>
        <p:spPr>
          <a:xfrm>
            <a:off x="361663" y="431867"/>
            <a:ext cx="8421402" cy="287911"/>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600" b="0" dirty="0">
                <a:solidFill>
                  <a:schemeClr val="accent5"/>
                </a:solidFill>
                <a:latin typeface="ZF Prometo Medium" panose="020B0704030203060203" pitchFamily="34" charset="-18"/>
              </a:rPr>
              <a:t>Preparation – Install Git</a:t>
            </a:r>
            <a:endParaRPr lang="en-GB" sz="1600" b="0" dirty="0">
              <a:solidFill>
                <a:schemeClr val="accent5"/>
              </a:solidFill>
              <a:latin typeface="Consolas" panose="020B0609020204030204" pitchFamily="49" charset="0"/>
            </a:endParaRPr>
          </a:p>
        </p:txBody>
      </p:sp>
      <p:sp>
        <p:nvSpPr>
          <p:cNvPr id="1037" name="Title 1">
            <a:extLst>
              <a:ext uri="{FF2B5EF4-FFF2-40B4-BE49-F238E27FC236}">
                <a16:creationId xmlns:a16="http://schemas.microsoft.com/office/drawing/2014/main" id="{8E95DF47-ED69-D3DB-C9E9-02626616E174}"/>
              </a:ext>
            </a:extLst>
          </p:cNvPr>
          <p:cNvSpPr txBox="1">
            <a:spLocks/>
          </p:cNvSpPr>
          <p:nvPr/>
        </p:nvSpPr>
        <p:spPr>
          <a:xfrm>
            <a:off x="361663" y="107966"/>
            <a:ext cx="8421402" cy="359889"/>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999" b="0" dirty="0">
                <a:latin typeface="ZF Prometo Medium" panose="020B0704030203060203" pitchFamily="34" charset="-18"/>
              </a:rPr>
              <a:t>Constant surveillance script | User manual</a:t>
            </a:r>
            <a:endParaRPr lang="en-GB" sz="1999" b="0" dirty="0">
              <a:solidFill>
                <a:schemeClr val="accent5"/>
              </a:solidFill>
              <a:latin typeface="ZF Prometo Medium" panose="020B0704030203060203" pitchFamily="34" charset="-18"/>
            </a:endParaRPr>
          </a:p>
        </p:txBody>
      </p:sp>
      <p:sp>
        <p:nvSpPr>
          <p:cNvPr id="35" name="TextBox 34">
            <a:extLst>
              <a:ext uri="{FF2B5EF4-FFF2-40B4-BE49-F238E27FC236}">
                <a16:creationId xmlns:a16="http://schemas.microsoft.com/office/drawing/2014/main" id="{17800A95-B7E0-9127-F72E-7CA084A3831B}"/>
              </a:ext>
            </a:extLst>
          </p:cNvPr>
          <p:cNvSpPr txBox="1"/>
          <p:nvPr/>
        </p:nvSpPr>
        <p:spPr>
          <a:xfrm rot="10800000" flipH="1" flipV="1">
            <a:off x="474215" y="2017449"/>
            <a:ext cx="2737072" cy="1622734"/>
          </a:xfrm>
          <a:prstGeom prst="rect">
            <a:avLst/>
          </a:prstGeom>
        </p:spPr>
        <p:style>
          <a:lnRef idx="2">
            <a:schemeClr val="dk1"/>
          </a:lnRef>
          <a:fillRef idx="1">
            <a:schemeClr val="lt1"/>
          </a:fillRef>
          <a:effectRef idx="0">
            <a:schemeClr val="dk1"/>
          </a:effectRef>
          <a:fontRef idx="minor">
            <a:schemeClr val="dk1"/>
          </a:fontRef>
        </p:style>
        <p:txBody>
          <a:bodyPr wrap="square" lIns="72000" tIns="72000" rIns="72000" bIns="72000" rtlCol="0">
            <a:spAutoFit/>
          </a:bodyPr>
          <a:lstStyle/>
          <a:p>
            <a:pPr marL="0" marR="0" indent="0" algn="just"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Find the installer in downloads directory and double click it to execute. Accept the GNU General Public License. Do not change any of the default setting of the installer. Keep pressing „next” button, up untill you will have the „install” button, then press „install” button. </a:t>
            </a:r>
          </a:p>
        </p:txBody>
      </p:sp>
      <p:pic>
        <p:nvPicPr>
          <p:cNvPr id="6" name="Picture 5">
            <a:extLst>
              <a:ext uri="{FF2B5EF4-FFF2-40B4-BE49-F238E27FC236}">
                <a16:creationId xmlns:a16="http://schemas.microsoft.com/office/drawing/2014/main" id="{09C2944A-B468-9933-6782-4AF4CEC631C4}"/>
              </a:ext>
            </a:extLst>
          </p:cNvPr>
          <p:cNvPicPr>
            <a:picLocks noChangeAspect="1"/>
          </p:cNvPicPr>
          <p:nvPr/>
        </p:nvPicPr>
        <p:blipFill>
          <a:blip r:embed="rId2"/>
          <a:stretch>
            <a:fillRect/>
          </a:stretch>
        </p:blipFill>
        <p:spPr>
          <a:xfrm>
            <a:off x="5856514" y="2380252"/>
            <a:ext cx="3064782" cy="2331381"/>
          </a:xfrm>
          <a:prstGeom prst="rect">
            <a:avLst/>
          </a:prstGeom>
        </p:spPr>
      </p:pic>
      <p:pic>
        <p:nvPicPr>
          <p:cNvPr id="9" name="Picture 8">
            <a:extLst>
              <a:ext uri="{FF2B5EF4-FFF2-40B4-BE49-F238E27FC236}">
                <a16:creationId xmlns:a16="http://schemas.microsoft.com/office/drawing/2014/main" id="{511BD2FC-7F3F-B1C2-5F35-C4277CC54698}"/>
              </a:ext>
            </a:extLst>
          </p:cNvPr>
          <p:cNvPicPr>
            <a:picLocks noChangeAspect="1"/>
          </p:cNvPicPr>
          <p:nvPr/>
        </p:nvPicPr>
        <p:blipFill>
          <a:blip r:embed="rId3"/>
          <a:stretch>
            <a:fillRect/>
          </a:stretch>
        </p:blipFill>
        <p:spPr>
          <a:xfrm>
            <a:off x="3556496" y="1016896"/>
            <a:ext cx="2737072" cy="2064716"/>
          </a:xfrm>
          <a:prstGeom prst="rect">
            <a:avLst/>
          </a:prstGeom>
        </p:spPr>
      </p:pic>
    </p:spTree>
    <p:extLst>
      <p:ext uri="{BB962C8B-B14F-4D97-AF65-F5344CB8AC3E}">
        <p14:creationId xmlns:p14="http://schemas.microsoft.com/office/powerpoint/2010/main" val="636419100"/>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symbol pro zápatí 3">
            <a:extLst>
              <a:ext uri="{FF2B5EF4-FFF2-40B4-BE49-F238E27FC236}">
                <a16:creationId xmlns:a16="http://schemas.microsoft.com/office/drawing/2014/main" id="{254E7CE1-B5B6-F3BC-0714-B80C7E5B52DE}"/>
              </a:ext>
            </a:extLst>
          </p:cNvPr>
          <p:cNvSpPr>
            <a:spLocks noGrp="1"/>
          </p:cNvSpPr>
          <p:nvPr>
            <p:ph type="ftr" sz="quarter" idx="11"/>
          </p:nvPr>
        </p:nvSpPr>
        <p:spPr>
          <a:xfrm>
            <a:off x="875603" y="4882750"/>
            <a:ext cx="5220000" cy="108000"/>
          </a:xfrm>
        </p:spPr>
        <p:txBody>
          <a:bodyPr/>
          <a:lstStyle/>
          <a:p>
            <a:endParaRPr lang="de-DE" dirty="0"/>
          </a:p>
        </p:txBody>
      </p:sp>
      <p:sp>
        <p:nvSpPr>
          <p:cNvPr id="5" name="Zástupný symbol pro číslo snímku 4">
            <a:extLst>
              <a:ext uri="{FF2B5EF4-FFF2-40B4-BE49-F238E27FC236}">
                <a16:creationId xmlns:a16="http://schemas.microsoft.com/office/drawing/2014/main" id="{825D30A8-B84A-B60F-CB35-04BD4211E181}"/>
              </a:ext>
            </a:extLst>
          </p:cNvPr>
          <p:cNvSpPr>
            <a:spLocks noGrp="1"/>
          </p:cNvSpPr>
          <p:nvPr>
            <p:ph type="sldNum" sz="quarter" idx="12"/>
          </p:nvPr>
        </p:nvSpPr>
        <p:spPr>
          <a:xfrm>
            <a:off x="8604001" y="4871601"/>
            <a:ext cx="180000" cy="108000"/>
          </a:xfrm>
          <a:prstGeom prst="rect">
            <a:avLst/>
          </a:prstGeom>
        </p:spPr>
        <p:txBody>
          <a:bodyPr vert="horz" lIns="0" tIns="0" rIns="0" bIns="0" rtlCol="0" anchor="ctr"/>
          <a:lstStyle>
            <a:defPPr>
              <a:defRPr lang="de-DE"/>
            </a:defPPr>
            <a:lvl1pPr marL="0" algn="r" defTabSz="914400" rtl="0" eaLnBrk="1" latinLnBrk="0" hangingPunct="1">
              <a:defRPr sz="600" b="1"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839375-43AA-4A5D-B991-4343C4570BCB}" type="slidenum">
              <a:rPr lang="de-DE" smtClean="0"/>
              <a:pPr/>
              <a:t>29</a:t>
            </a:fld>
            <a:endParaRPr lang="de-DE"/>
          </a:p>
        </p:txBody>
      </p:sp>
      <p:cxnSp>
        <p:nvCxnSpPr>
          <p:cNvPr id="20" name="Slide_Title_Separation_Line">
            <a:extLst>
              <a:ext uri="{FF2B5EF4-FFF2-40B4-BE49-F238E27FC236}">
                <a16:creationId xmlns:a16="http://schemas.microsoft.com/office/drawing/2014/main" id="{78EACE0D-1AA8-ED1E-16F7-5C1284E364F9}"/>
              </a:ext>
            </a:extLst>
          </p:cNvPr>
          <p:cNvCxnSpPr>
            <a:cxnSpLocks/>
          </p:cNvCxnSpPr>
          <p:nvPr/>
        </p:nvCxnSpPr>
        <p:spPr>
          <a:xfrm>
            <a:off x="361300" y="791755"/>
            <a:ext cx="8421039" cy="0"/>
          </a:xfrm>
          <a:prstGeom prst="line">
            <a:avLst/>
          </a:prstGeom>
          <a:ln w="19050" cap="rnd">
            <a:solidFill>
              <a:srgbClr val="004D7A"/>
            </a:solidFill>
            <a:prstDash val="sysDot"/>
            <a:headEnd type="none"/>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495C43F8-E43B-C6AC-F16E-24C0C862C5C6}"/>
              </a:ext>
            </a:extLst>
          </p:cNvPr>
          <p:cNvSpPr txBox="1">
            <a:spLocks/>
          </p:cNvSpPr>
          <p:nvPr/>
        </p:nvSpPr>
        <p:spPr>
          <a:xfrm>
            <a:off x="361663" y="431867"/>
            <a:ext cx="8421402" cy="287911"/>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600" b="0" dirty="0">
                <a:solidFill>
                  <a:schemeClr val="accent5"/>
                </a:solidFill>
                <a:latin typeface="ZF Prometo Medium" panose="020B0704030203060203" pitchFamily="34" charset="-18"/>
              </a:rPr>
              <a:t>Run bash file constant_surveillance_script.bat </a:t>
            </a:r>
            <a:endParaRPr lang="en-GB" sz="1600" b="0" dirty="0">
              <a:solidFill>
                <a:schemeClr val="accent5"/>
              </a:solidFill>
              <a:latin typeface="Consolas" panose="020B0609020204030204" pitchFamily="49" charset="0"/>
            </a:endParaRPr>
          </a:p>
        </p:txBody>
      </p:sp>
      <p:sp>
        <p:nvSpPr>
          <p:cNvPr id="1037" name="Title 1">
            <a:extLst>
              <a:ext uri="{FF2B5EF4-FFF2-40B4-BE49-F238E27FC236}">
                <a16:creationId xmlns:a16="http://schemas.microsoft.com/office/drawing/2014/main" id="{8E95DF47-ED69-D3DB-C9E9-02626616E174}"/>
              </a:ext>
            </a:extLst>
          </p:cNvPr>
          <p:cNvSpPr txBox="1">
            <a:spLocks/>
          </p:cNvSpPr>
          <p:nvPr/>
        </p:nvSpPr>
        <p:spPr>
          <a:xfrm>
            <a:off x="361663" y="107966"/>
            <a:ext cx="8421402" cy="359889"/>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999" b="0" dirty="0">
                <a:latin typeface="ZF Prometo Medium" panose="020B0704030203060203" pitchFamily="34" charset="-18"/>
              </a:rPr>
              <a:t>Constant surveillance script | User manual</a:t>
            </a:r>
            <a:endParaRPr lang="en-GB" sz="1999" b="0" dirty="0">
              <a:solidFill>
                <a:schemeClr val="accent5"/>
              </a:solidFill>
              <a:latin typeface="ZF Prometo Medium" panose="020B0704030203060203" pitchFamily="34" charset="-18"/>
            </a:endParaRPr>
          </a:p>
        </p:txBody>
      </p:sp>
      <p:sp>
        <p:nvSpPr>
          <p:cNvPr id="35" name="TextBox 34">
            <a:extLst>
              <a:ext uri="{FF2B5EF4-FFF2-40B4-BE49-F238E27FC236}">
                <a16:creationId xmlns:a16="http://schemas.microsoft.com/office/drawing/2014/main" id="{17800A95-B7E0-9127-F72E-7CA084A3831B}"/>
              </a:ext>
            </a:extLst>
          </p:cNvPr>
          <p:cNvSpPr txBox="1"/>
          <p:nvPr/>
        </p:nvSpPr>
        <p:spPr>
          <a:xfrm rot="10800000" flipH="1" flipV="1">
            <a:off x="272818" y="902749"/>
            <a:ext cx="8422701" cy="738664"/>
          </a:xfrm>
          <a:prstGeom prst="rect">
            <a:avLst/>
          </a:prstGeom>
          <a:noFill/>
        </p:spPr>
        <p:txBody>
          <a:bodyPr wrap="squar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en-US" sz="1200" b="0" i="0" u="none" strike="noStrike" kern="0" cap="none" spc="0" normalizeH="0" baseline="0" noProof="0" dirty="0">
                <a:ln>
                  <a:noFill/>
                </a:ln>
                <a:solidFill>
                  <a:srgbClr val="000000"/>
                </a:solidFill>
                <a:effectLst/>
                <a:uLnTx/>
                <a:uFillTx/>
              </a:rPr>
              <a:t>Run the bash script by double clicking it just like any other self executable file. </a:t>
            </a:r>
          </a:p>
          <a:p>
            <a:pPr marL="0" marR="0" indent="0" defTabSz="914400" eaLnBrk="1" fontAlgn="base" latinLnBrk="0" hangingPunct="1">
              <a:lnSpc>
                <a:spcPct val="100000"/>
              </a:lnSpc>
              <a:spcBef>
                <a:spcPts val="0"/>
              </a:spcBef>
              <a:spcAft>
                <a:spcPct val="0"/>
              </a:spcAft>
              <a:buClrTx/>
              <a:buSzTx/>
              <a:buFontTx/>
              <a:buNone/>
              <a:tabLst/>
            </a:pPr>
            <a:endParaRPr kumimoji="0" lang="en-US" sz="1200" b="0" i="0" u="none" strike="noStrike" kern="0" cap="none" spc="0" normalizeH="0" baseline="0" noProof="0" dirty="0">
              <a:ln>
                <a:noFill/>
              </a:ln>
              <a:solidFill>
                <a:srgbClr val="000000"/>
              </a:solidFill>
              <a:effectLst/>
              <a:uLnTx/>
              <a:uFillTx/>
            </a:endParaRPr>
          </a:p>
          <a:p>
            <a:pPr marL="0" marR="0" indent="0" defTabSz="914400" eaLnBrk="1" fontAlgn="base" latinLnBrk="0" hangingPunct="1">
              <a:lnSpc>
                <a:spcPct val="100000"/>
              </a:lnSpc>
              <a:spcBef>
                <a:spcPts val="0"/>
              </a:spcBef>
              <a:spcAft>
                <a:spcPct val="0"/>
              </a:spcAft>
              <a:buClrTx/>
              <a:buSzTx/>
              <a:buFontTx/>
              <a:buNone/>
              <a:tabLst/>
            </a:pPr>
            <a:r>
              <a:rPr kumimoji="0" lang="en-US" sz="1200" b="0" i="0" u="none" strike="noStrike" kern="0" cap="none" spc="0" normalizeH="0" baseline="0" noProof="0" dirty="0">
                <a:ln>
                  <a:noFill/>
                </a:ln>
                <a:solidFill>
                  <a:srgbClr val="000000"/>
                </a:solidFill>
                <a:effectLst/>
                <a:uLnTx/>
                <a:uFillTx/>
              </a:rPr>
              <a:t>If the file does not execute, it means there is an error, to solve the error run the file in command prompt and send the error message to Lukasz.Dudzic1@zf.com </a:t>
            </a:r>
            <a:endParaRPr kumimoji="0" lang="pl-PL" sz="1200" b="0" i="0" u="none" strike="noStrike" kern="0" cap="none" spc="0" normalizeH="0" baseline="0" noProof="0" dirty="0">
              <a:ln>
                <a:noFill/>
              </a:ln>
              <a:solidFill>
                <a:srgbClr val="000000"/>
              </a:solidFill>
              <a:effectLst/>
              <a:uLnTx/>
              <a:uFillTx/>
            </a:endParaRPr>
          </a:p>
        </p:txBody>
      </p:sp>
      <p:sp>
        <p:nvSpPr>
          <p:cNvPr id="6" name="TextBox 5">
            <a:extLst>
              <a:ext uri="{FF2B5EF4-FFF2-40B4-BE49-F238E27FC236}">
                <a16:creationId xmlns:a16="http://schemas.microsoft.com/office/drawing/2014/main" id="{FA923493-8293-7E57-AB57-2944FD4D538D}"/>
              </a:ext>
            </a:extLst>
          </p:cNvPr>
          <p:cNvSpPr txBox="1"/>
          <p:nvPr/>
        </p:nvSpPr>
        <p:spPr>
          <a:xfrm rot="10800000" flipH="1" flipV="1">
            <a:off x="456071" y="2919008"/>
            <a:ext cx="7315050" cy="1107996"/>
          </a:xfrm>
          <a:prstGeom prst="rect">
            <a:avLst/>
          </a:prstGeom>
          <a:noFill/>
        </p:spPr>
        <p:txBody>
          <a:bodyPr wrap="squar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Please note that there might be modules in the script that are not provided in the ZF Python installation package.</a:t>
            </a:r>
          </a:p>
          <a:p>
            <a:pPr marL="0" marR="0" indent="0"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If script execution returns in error because of lack of one or more modules you need to install them using syntax:</a:t>
            </a:r>
          </a:p>
          <a:p>
            <a:pPr marL="0" marR="0" indent="0" defTabSz="914400" eaLnBrk="1" fontAlgn="base" latinLnBrk="0" hangingPunct="1">
              <a:lnSpc>
                <a:spcPct val="100000"/>
              </a:lnSpc>
              <a:spcBef>
                <a:spcPts val="0"/>
              </a:spcBef>
              <a:spcAft>
                <a:spcPct val="0"/>
              </a:spcAft>
              <a:buClrTx/>
              <a:buSzTx/>
              <a:buFontTx/>
              <a:buNone/>
              <a:tabLst/>
            </a:pPr>
            <a:endParaRPr kumimoji="0" lang="pl-PL" sz="1200" b="0" i="0" u="none" strike="noStrike" kern="0" cap="none" spc="0" normalizeH="0" baseline="0" noProof="0" dirty="0">
              <a:ln>
                <a:noFill/>
              </a:ln>
              <a:solidFill>
                <a:srgbClr val="000000"/>
              </a:solidFill>
              <a:effectLst/>
              <a:uLnTx/>
              <a:uFillTx/>
            </a:endParaRPr>
          </a:p>
          <a:p>
            <a:pPr marL="0" marR="0" indent="0"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Pip install missing_script_name</a:t>
            </a:r>
            <a:endParaRPr kumimoji="0" lang="pl-PL" sz="12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326497457"/>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symbol pro zápatí 3">
            <a:extLst>
              <a:ext uri="{FF2B5EF4-FFF2-40B4-BE49-F238E27FC236}">
                <a16:creationId xmlns:a16="http://schemas.microsoft.com/office/drawing/2014/main" id="{254E7CE1-B5B6-F3BC-0714-B80C7E5B52DE}"/>
              </a:ext>
            </a:extLst>
          </p:cNvPr>
          <p:cNvSpPr>
            <a:spLocks noGrp="1"/>
          </p:cNvSpPr>
          <p:nvPr>
            <p:ph type="ftr" sz="quarter" idx="11"/>
          </p:nvPr>
        </p:nvSpPr>
        <p:spPr>
          <a:xfrm>
            <a:off x="875603" y="4882750"/>
            <a:ext cx="5220000" cy="108000"/>
          </a:xfrm>
        </p:spPr>
        <p:txBody>
          <a:bodyPr/>
          <a:lstStyle/>
          <a:p>
            <a:endParaRPr lang="de-DE" dirty="0"/>
          </a:p>
        </p:txBody>
      </p:sp>
      <p:sp>
        <p:nvSpPr>
          <p:cNvPr id="5" name="Zástupný symbol pro číslo snímku 4">
            <a:extLst>
              <a:ext uri="{FF2B5EF4-FFF2-40B4-BE49-F238E27FC236}">
                <a16:creationId xmlns:a16="http://schemas.microsoft.com/office/drawing/2014/main" id="{825D30A8-B84A-B60F-CB35-04BD4211E181}"/>
              </a:ext>
            </a:extLst>
          </p:cNvPr>
          <p:cNvSpPr>
            <a:spLocks noGrp="1"/>
          </p:cNvSpPr>
          <p:nvPr>
            <p:ph type="sldNum" sz="quarter" idx="12"/>
          </p:nvPr>
        </p:nvSpPr>
        <p:spPr>
          <a:xfrm>
            <a:off x="8604001" y="4871601"/>
            <a:ext cx="180000" cy="108000"/>
          </a:xfrm>
          <a:prstGeom prst="rect">
            <a:avLst/>
          </a:prstGeom>
        </p:spPr>
        <p:txBody>
          <a:bodyPr vert="horz" lIns="0" tIns="0" rIns="0" bIns="0" rtlCol="0" anchor="ctr"/>
          <a:lstStyle>
            <a:defPPr>
              <a:defRPr lang="de-DE"/>
            </a:defPPr>
            <a:lvl1pPr marL="0" algn="r" defTabSz="914400" rtl="0" eaLnBrk="1" latinLnBrk="0" hangingPunct="1">
              <a:defRPr sz="600" b="1"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839375-43AA-4A5D-B991-4343C4570BCB}" type="slidenum">
              <a:rPr lang="de-DE" smtClean="0"/>
              <a:pPr/>
              <a:t>30</a:t>
            </a:fld>
            <a:endParaRPr lang="de-DE"/>
          </a:p>
        </p:txBody>
      </p:sp>
      <p:cxnSp>
        <p:nvCxnSpPr>
          <p:cNvPr id="20" name="Slide_Title_Separation_Line">
            <a:extLst>
              <a:ext uri="{FF2B5EF4-FFF2-40B4-BE49-F238E27FC236}">
                <a16:creationId xmlns:a16="http://schemas.microsoft.com/office/drawing/2014/main" id="{78EACE0D-1AA8-ED1E-16F7-5C1284E364F9}"/>
              </a:ext>
            </a:extLst>
          </p:cNvPr>
          <p:cNvCxnSpPr>
            <a:cxnSpLocks/>
          </p:cNvCxnSpPr>
          <p:nvPr/>
        </p:nvCxnSpPr>
        <p:spPr>
          <a:xfrm>
            <a:off x="361300" y="791755"/>
            <a:ext cx="8421039" cy="0"/>
          </a:xfrm>
          <a:prstGeom prst="line">
            <a:avLst/>
          </a:prstGeom>
          <a:ln w="19050" cap="rnd">
            <a:solidFill>
              <a:srgbClr val="004D7A"/>
            </a:solidFill>
            <a:prstDash val="sysDot"/>
            <a:headEnd type="none"/>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495C43F8-E43B-C6AC-F16E-24C0C862C5C6}"/>
              </a:ext>
            </a:extLst>
          </p:cNvPr>
          <p:cNvSpPr txBox="1">
            <a:spLocks/>
          </p:cNvSpPr>
          <p:nvPr/>
        </p:nvSpPr>
        <p:spPr>
          <a:xfrm>
            <a:off x="361663" y="431867"/>
            <a:ext cx="8421402" cy="287911"/>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600" b="0" dirty="0">
                <a:solidFill>
                  <a:schemeClr val="accent5"/>
                </a:solidFill>
                <a:latin typeface="ZF Prometo Medium" panose="020B0704030203060203" pitchFamily="34" charset="-18"/>
              </a:rPr>
              <a:t>Script initialization</a:t>
            </a:r>
            <a:endParaRPr lang="en-GB" sz="1600" b="0" dirty="0">
              <a:solidFill>
                <a:schemeClr val="accent5"/>
              </a:solidFill>
              <a:latin typeface="Consolas" panose="020B0609020204030204" pitchFamily="49" charset="0"/>
            </a:endParaRPr>
          </a:p>
        </p:txBody>
      </p:sp>
      <p:sp>
        <p:nvSpPr>
          <p:cNvPr id="1037" name="Title 1">
            <a:extLst>
              <a:ext uri="{FF2B5EF4-FFF2-40B4-BE49-F238E27FC236}">
                <a16:creationId xmlns:a16="http://schemas.microsoft.com/office/drawing/2014/main" id="{8E95DF47-ED69-D3DB-C9E9-02626616E174}"/>
              </a:ext>
            </a:extLst>
          </p:cNvPr>
          <p:cNvSpPr txBox="1">
            <a:spLocks/>
          </p:cNvSpPr>
          <p:nvPr/>
        </p:nvSpPr>
        <p:spPr>
          <a:xfrm>
            <a:off x="361663" y="107966"/>
            <a:ext cx="8421402" cy="359889"/>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999" b="0" dirty="0">
                <a:latin typeface="ZF Prometo Medium" panose="020B0704030203060203" pitchFamily="34" charset="-18"/>
              </a:rPr>
              <a:t>Constant surveillance script | User manual</a:t>
            </a:r>
            <a:endParaRPr lang="en-GB" sz="1999" b="0" dirty="0">
              <a:solidFill>
                <a:schemeClr val="accent5"/>
              </a:solidFill>
              <a:latin typeface="ZF Prometo Medium" panose="020B0704030203060203" pitchFamily="34" charset="-18"/>
            </a:endParaRPr>
          </a:p>
        </p:txBody>
      </p:sp>
      <p:sp>
        <p:nvSpPr>
          <p:cNvPr id="35" name="TextBox 34">
            <a:extLst>
              <a:ext uri="{FF2B5EF4-FFF2-40B4-BE49-F238E27FC236}">
                <a16:creationId xmlns:a16="http://schemas.microsoft.com/office/drawing/2014/main" id="{17800A95-B7E0-9127-F72E-7CA084A3831B}"/>
              </a:ext>
            </a:extLst>
          </p:cNvPr>
          <p:cNvSpPr txBox="1"/>
          <p:nvPr/>
        </p:nvSpPr>
        <p:spPr>
          <a:xfrm rot="10800000" flipH="1" flipV="1">
            <a:off x="277843" y="1109681"/>
            <a:ext cx="4427715" cy="2915395"/>
          </a:xfrm>
          <a:prstGeom prst="rect">
            <a:avLst/>
          </a:prstGeom>
        </p:spPr>
        <p:style>
          <a:lnRef idx="2">
            <a:schemeClr val="dk1"/>
          </a:lnRef>
          <a:fillRef idx="1">
            <a:schemeClr val="lt1"/>
          </a:fillRef>
          <a:effectRef idx="0">
            <a:schemeClr val="dk1"/>
          </a:effectRef>
          <a:fontRef idx="minor">
            <a:schemeClr val="dk1"/>
          </a:fontRef>
        </p:style>
        <p:txBody>
          <a:bodyPr wrap="square" lIns="72000" tIns="72000" rIns="72000" bIns="72000" rtlCol="0">
            <a:spAutoFit/>
          </a:bodyPr>
          <a:lstStyle/>
          <a:p>
            <a:pPr marL="0" marR="0" indent="0" algn="just"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Opening script will ask you for enter a numeric value for the amplitude parameter.</a:t>
            </a:r>
          </a:p>
          <a:p>
            <a:pPr marL="0" marR="0" indent="0" algn="just"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The default value is 0.001 but you are free to adjust it.</a:t>
            </a:r>
            <a:endParaRPr kumimoji="0" lang="pl-PL" sz="1200" b="0" i="0" u="none" strike="noStrike" kern="0" cap="none" spc="0" normalizeH="0" baseline="0" noProof="0" dirty="0">
              <a:ln>
                <a:noFill/>
              </a:ln>
              <a:solidFill>
                <a:srgbClr val="000000"/>
              </a:solidFill>
              <a:effectLst/>
              <a:uLnTx/>
              <a:uFillTx/>
            </a:endParaRPr>
          </a:p>
          <a:p>
            <a:pPr marL="0" marR="0" indent="0" algn="just"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This parameter multiplies the mean FFT loaded from avgfft4 which was obtained through training.</a:t>
            </a:r>
          </a:p>
          <a:p>
            <a:pPr marL="0" marR="0" indent="0" algn="just"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The user is required to tune the parameter so that the orange line (current measured FFT) is at similar levels during the release phase compared to the blue line (mean FFT).</a:t>
            </a:r>
          </a:p>
          <a:p>
            <a:pPr marL="0" marR="0" indent="0" algn="just"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The motivation behind is that there is a different unit system</a:t>
            </a:r>
            <a:r>
              <a:rPr lang="pl-PL" sz="1200" kern="0" dirty="0">
                <a:solidFill>
                  <a:srgbClr val="000000"/>
                </a:solidFill>
              </a:rPr>
              <a:t>, which requires the 0.001 parameter as a default, however, different number of calipers in test, and different distance from the samples to the microphone might require some more small adjustments to the parameter.</a:t>
            </a:r>
          </a:p>
          <a:p>
            <a:pPr marL="0" marR="0" indent="0" algn="just"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The parameter also multiplies the range of the y axis of the </a:t>
            </a:r>
            <a:r>
              <a:rPr lang="pl-PL" sz="1200" kern="0" dirty="0">
                <a:solidFill>
                  <a:srgbClr val="000000"/>
                </a:solidFill>
              </a:rPr>
              <a:t>„Current fft” plot.</a:t>
            </a:r>
          </a:p>
        </p:txBody>
      </p:sp>
      <p:pic>
        <p:nvPicPr>
          <p:cNvPr id="10" name="Picture 9">
            <a:extLst>
              <a:ext uri="{FF2B5EF4-FFF2-40B4-BE49-F238E27FC236}">
                <a16:creationId xmlns:a16="http://schemas.microsoft.com/office/drawing/2014/main" id="{17220F51-5D3A-C2FD-FFB0-7E27772FBDA9}"/>
              </a:ext>
            </a:extLst>
          </p:cNvPr>
          <p:cNvPicPr>
            <a:picLocks noChangeAspect="1"/>
          </p:cNvPicPr>
          <p:nvPr/>
        </p:nvPicPr>
        <p:blipFill>
          <a:blip r:embed="rId2"/>
          <a:stretch>
            <a:fillRect/>
          </a:stretch>
        </p:blipFill>
        <p:spPr>
          <a:xfrm>
            <a:off x="4878834" y="1115656"/>
            <a:ext cx="3905167" cy="2977985"/>
          </a:xfrm>
          <a:prstGeom prst="rect">
            <a:avLst/>
          </a:prstGeom>
        </p:spPr>
      </p:pic>
      <p:pic>
        <p:nvPicPr>
          <p:cNvPr id="12" name="Picture 11">
            <a:extLst>
              <a:ext uri="{FF2B5EF4-FFF2-40B4-BE49-F238E27FC236}">
                <a16:creationId xmlns:a16="http://schemas.microsoft.com/office/drawing/2014/main" id="{A27E4970-02D0-41C8-456F-88D184C74646}"/>
              </a:ext>
            </a:extLst>
          </p:cNvPr>
          <p:cNvPicPr>
            <a:picLocks noChangeAspect="1"/>
          </p:cNvPicPr>
          <p:nvPr/>
        </p:nvPicPr>
        <p:blipFill>
          <a:blip r:embed="rId3"/>
          <a:stretch>
            <a:fillRect/>
          </a:stretch>
        </p:blipFill>
        <p:spPr>
          <a:xfrm>
            <a:off x="1916726" y="4166006"/>
            <a:ext cx="6524625" cy="371475"/>
          </a:xfrm>
          <a:prstGeom prst="rect">
            <a:avLst/>
          </a:prstGeom>
        </p:spPr>
      </p:pic>
    </p:spTree>
    <p:extLst>
      <p:ext uri="{BB962C8B-B14F-4D97-AF65-F5344CB8AC3E}">
        <p14:creationId xmlns:p14="http://schemas.microsoft.com/office/powerpoint/2010/main" val="1741768309"/>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symbol pro zápatí 3">
            <a:extLst>
              <a:ext uri="{FF2B5EF4-FFF2-40B4-BE49-F238E27FC236}">
                <a16:creationId xmlns:a16="http://schemas.microsoft.com/office/drawing/2014/main" id="{254E7CE1-B5B6-F3BC-0714-B80C7E5B52DE}"/>
              </a:ext>
            </a:extLst>
          </p:cNvPr>
          <p:cNvSpPr>
            <a:spLocks noGrp="1"/>
          </p:cNvSpPr>
          <p:nvPr>
            <p:ph type="ftr" sz="quarter" idx="11"/>
          </p:nvPr>
        </p:nvSpPr>
        <p:spPr>
          <a:xfrm>
            <a:off x="875603" y="4882750"/>
            <a:ext cx="5220000" cy="108000"/>
          </a:xfrm>
        </p:spPr>
        <p:txBody>
          <a:bodyPr/>
          <a:lstStyle/>
          <a:p>
            <a:endParaRPr lang="de-DE" dirty="0"/>
          </a:p>
        </p:txBody>
      </p:sp>
      <p:sp>
        <p:nvSpPr>
          <p:cNvPr id="5" name="Zástupný symbol pro číslo snímku 4">
            <a:extLst>
              <a:ext uri="{FF2B5EF4-FFF2-40B4-BE49-F238E27FC236}">
                <a16:creationId xmlns:a16="http://schemas.microsoft.com/office/drawing/2014/main" id="{825D30A8-B84A-B60F-CB35-04BD4211E181}"/>
              </a:ext>
            </a:extLst>
          </p:cNvPr>
          <p:cNvSpPr>
            <a:spLocks noGrp="1"/>
          </p:cNvSpPr>
          <p:nvPr>
            <p:ph type="sldNum" sz="quarter" idx="12"/>
          </p:nvPr>
        </p:nvSpPr>
        <p:spPr>
          <a:xfrm>
            <a:off x="8604001" y="4871601"/>
            <a:ext cx="180000" cy="108000"/>
          </a:xfrm>
          <a:prstGeom prst="rect">
            <a:avLst/>
          </a:prstGeom>
        </p:spPr>
        <p:txBody>
          <a:bodyPr vert="horz" lIns="0" tIns="0" rIns="0" bIns="0" rtlCol="0" anchor="ctr"/>
          <a:lstStyle>
            <a:defPPr>
              <a:defRPr lang="de-DE"/>
            </a:defPPr>
            <a:lvl1pPr marL="0" algn="r" defTabSz="914400" rtl="0" eaLnBrk="1" latinLnBrk="0" hangingPunct="1">
              <a:defRPr sz="600" b="1"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839375-43AA-4A5D-B991-4343C4570BCB}" type="slidenum">
              <a:rPr lang="de-DE" smtClean="0"/>
              <a:pPr/>
              <a:t>31</a:t>
            </a:fld>
            <a:endParaRPr lang="de-DE"/>
          </a:p>
        </p:txBody>
      </p:sp>
      <p:cxnSp>
        <p:nvCxnSpPr>
          <p:cNvPr id="20" name="Slide_Title_Separation_Line">
            <a:extLst>
              <a:ext uri="{FF2B5EF4-FFF2-40B4-BE49-F238E27FC236}">
                <a16:creationId xmlns:a16="http://schemas.microsoft.com/office/drawing/2014/main" id="{78EACE0D-1AA8-ED1E-16F7-5C1284E364F9}"/>
              </a:ext>
            </a:extLst>
          </p:cNvPr>
          <p:cNvCxnSpPr>
            <a:cxnSpLocks/>
          </p:cNvCxnSpPr>
          <p:nvPr/>
        </p:nvCxnSpPr>
        <p:spPr>
          <a:xfrm>
            <a:off x="361300" y="791755"/>
            <a:ext cx="8421039" cy="0"/>
          </a:xfrm>
          <a:prstGeom prst="line">
            <a:avLst/>
          </a:prstGeom>
          <a:ln w="19050" cap="rnd">
            <a:solidFill>
              <a:srgbClr val="004D7A"/>
            </a:solidFill>
            <a:prstDash val="sysDot"/>
            <a:headEnd type="none"/>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495C43F8-E43B-C6AC-F16E-24C0C862C5C6}"/>
              </a:ext>
            </a:extLst>
          </p:cNvPr>
          <p:cNvSpPr txBox="1">
            <a:spLocks/>
          </p:cNvSpPr>
          <p:nvPr/>
        </p:nvSpPr>
        <p:spPr>
          <a:xfrm>
            <a:off x="361663" y="431867"/>
            <a:ext cx="8421402" cy="287911"/>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600" b="0" dirty="0">
                <a:solidFill>
                  <a:schemeClr val="accent5"/>
                </a:solidFill>
                <a:latin typeface="ZF Prometo Medium" panose="020B0704030203060203" pitchFamily="34" charset="-18"/>
              </a:rPr>
              <a:t>Script initialization</a:t>
            </a:r>
            <a:endParaRPr lang="en-GB" sz="1600" b="0" dirty="0">
              <a:solidFill>
                <a:schemeClr val="accent5"/>
              </a:solidFill>
              <a:latin typeface="Consolas" panose="020B0609020204030204" pitchFamily="49" charset="0"/>
            </a:endParaRPr>
          </a:p>
        </p:txBody>
      </p:sp>
      <p:sp>
        <p:nvSpPr>
          <p:cNvPr id="1037" name="Title 1">
            <a:extLst>
              <a:ext uri="{FF2B5EF4-FFF2-40B4-BE49-F238E27FC236}">
                <a16:creationId xmlns:a16="http://schemas.microsoft.com/office/drawing/2014/main" id="{8E95DF47-ED69-D3DB-C9E9-02626616E174}"/>
              </a:ext>
            </a:extLst>
          </p:cNvPr>
          <p:cNvSpPr txBox="1">
            <a:spLocks/>
          </p:cNvSpPr>
          <p:nvPr/>
        </p:nvSpPr>
        <p:spPr>
          <a:xfrm>
            <a:off x="361663" y="107966"/>
            <a:ext cx="8421402" cy="359889"/>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999" b="0" dirty="0">
                <a:latin typeface="ZF Prometo Medium" panose="020B0704030203060203" pitchFamily="34" charset="-18"/>
              </a:rPr>
              <a:t>Constant surveillance script | User manual</a:t>
            </a:r>
            <a:endParaRPr lang="en-GB" sz="1999" b="0" dirty="0">
              <a:solidFill>
                <a:schemeClr val="accent5"/>
              </a:solidFill>
              <a:latin typeface="ZF Prometo Medium" panose="020B0704030203060203" pitchFamily="34" charset="-18"/>
            </a:endParaRPr>
          </a:p>
        </p:txBody>
      </p:sp>
      <p:sp>
        <p:nvSpPr>
          <p:cNvPr id="35" name="TextBox 34">
            <a:extLst>
              <a:ext uri="{FF2B5EF4-FFF2-40B4-BE49-F238E27FC236}">
                <a16:creationId xmlns:a16="http://schemas.microsoft.com/office/drawing/2014/main" id="{17800A95-B7E0-9127-F72E-7CA084A3831B}"/>
              </a:ext>
            </a:extLst>
          </p:cNvPr>
          <p:cNvSpPr txBox="1"/>
          <p:nvPr/>
        </p:nvSpPr>
        <p:spPr>
          <a:xfrm rot="10800000" flipH="1" flipV="1">
            <a:off x="361663" y="1483836"/>
            <a:ext cx="3641719" cy="1807400"/>
          </a:xfrm>
          <a:prstGeom prst="rect">
            <a:avLst/>
          </a:prstGeom>
        </p:spPr>
        <p:style>
          <a:lnRef idx="2">
            <a:schemeClr val="dk1"/>
          </a:lnRef>
          <a:fillRef idx="1">
            <a:schemeClr val="lt1"/>
          </a:fillRef>
          <a:effectRef idx="0">
            <a:schemeClr val="dk1"/>
          </a:effectRef>
          <a:fontRef idx="minor">
            <a:schemeClr val="dk1"/>
          </a:fontRef>
        </p:style>
        <p:txBody>
          <a:bodyPr wrap="square" lIns="72000" tIns="72000" rIns="72000" bIns="72000" rtlCol="0">
            <a:spAutoFit/>
          </a:bodyPr>
          <a:lstStyle/>
          <a:p>
            <a:pPr marL="0" marR="0" indent="0" algn="just"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The script then asks if you would like to look for avaible devices.</a:t>
            </a:r>
          </a:p>
          <a:p>
            <a:pPr marL="0" marR="0" indent="0" algn="just"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If no (default, please press enter), script will take device nr 1, which should be default input.</a:t>
            </a:r>
          </a:p>
          <a:p>
            <a:pPr marL="0" marR="0" indent="0" algn="just"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If „y” is typed instead, script will print all avaible options and ask to choose the device.</a:t>
            </a:r>
          </a:p>
          <a:p>
            <a:pPr marL="0" marR="0" indent="0" algn="just"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Whichever option chosen the script will inform you what device is being used and will inform you about its name and characteristics</a:t>
            </a:r>
          </a:p>
        </p:txBody>
      </p:sp>
      <p:pic>
        <p:nvPicPr>
          <p:cNvPr id="3" name="Picture 2">
            <a:extLst>
              <a:ext uri="{FF2B5EF4-FFF2-40B4-BE49-F238E27FC236}">
                <a16:creationId xmlns:a16="http://schemas.microsoft.com/office/drawing/2014/main" id="{091043F4-F736-DA59-44F4-0F88C4373B7B}"/>
              </a:ext>
            </a:extLst>
          </p:cNvPr>
          <p:cNvPicPr>
            <a:picLocks noChangeAspect="1"/>
          </p:cNvPicPr>
          <p:nvPr/>
        </p:nvPicPr>
        <p:blipFill>
          <a:blip r:embed="rId2"/>
          <a:stretch>
            <a:fillRect/>
          </a:stretch>
        </p:blipFill>
        <p:spPr>
          <a:xfrm>
            <a:off x="4119176" y="937132"/>
            <a:ext cx="3295650" cy="219075"/>
          </a:xfrm>
          <a:prstGeom prst="rect">
            <a:avLst/>
          </a:prstGeom>
        </p:spPr>
      </p:pic>
      <p:pic>
        <p:nvPicPr>
          <p:cNvPr id="7" name="Picture 6">
            <a:extLst>
              <a:ext uri="{FF2B5EF4-FFF2-40B4-BE49-F238E27FC236}">
                <a16:creationId xmlns:a16="http://schemas.microsoft.com/office/drawing/2014/main" id="{E45CB9F3-930B-9603-84EA-8C06AE288963}"/>
              </a:ext>
            </a:extLst>
          </p:cNvPr>
          <p:cNvPicPr>
            <a:picLocks noChangeAspect="1"/>
          </p:cNvPicPr>
          <p:nvPr/>
        </p:nvPicPr>
        <p:blipFill>
          <a:blip r:embed="rId3"/>
          <a:stretch>
            <a:fillRect/>
          </a:stretch>
        </p:blipFill>
        <p:spPr>
          <a:xfrm>
            <a:off x="4119176" y="1212342"/>
            <a:ext cx="4484825" cy="3039508"/>
          </a:xfrm>
          <a:prstGeom prst="rect">
            <a:avLst/>
          </a:prstGeom>
        </p:spPr>
      </p:pic>
      <p:pic>
        <p:nvPicPr>
          <p:cNvPr id="9" name="Picture 8">
            <a:extLst>
              <a:ext uri="{FF2B5EF4-FFF2-40B4-BE49-F238E27FC236}">
                <a16:creationId xmlns:a16="http://schemas.microsoft.com/office/drawing/2014/main" id="{7CD70F07-515E-6117-448D-EBEA66D7CCF8}"/>
              </a:ext>
            </a:extLst>
          </p:cNvPr>
          <p:cNvPicPr>
            <a:picLocks noChangeAspect="1"/>
          </p:cNvPicPr>
          <p:nvPr/>
        </p:nvPicPr>
        <p:blipFill>
          <a:blip r:embed="rId4"/>
          <a:stretch>
            <a:fillRect/>
          </a:stretch>
        </p:blipFill>
        <p:spPr>
          <a:xfrm>
            <a:off x="1039200" y="4291208"/>
            <a:ext cx="7564801" cy="535282"/>
          </a:xfrm>
          <a:prstGeom prst="rect">
            <a:avLst/>
          </a:prstGeom>
        </p:spPr>
      </p:pic>
    </p:spTree>
    <p:extLst>
      <p:ext uri="{BB962C8B-B14F-4D97-AF65-F5344CB8AC3E}">
        <p14:creationId xmlns:p14="http://schemas.microsoft.com/office/powerpoint/2010/main" val="610766343"/>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symbol pro zápatí 3">
            <a:extLst>
              <a:ext uri="{FF2B5EF4-FFF2-40B4-BE49-F238E27FC236}">
                <a16:creationId xmlns:a16="http://schemas.microsoft.com/office/drawing/2014/main" id="{254E7CE1-B5B6-F3BC-0714-B80C7E5B52DE}"/>
              </a:ext>
            </a:extLst>
          </p:cNvPr>
          <p:cNvSpPr>
            <a:spLocks noGrp="1"/>
          </p:cNvSpPr>
          <p:nvPr>
            <p:ph type="ftr" sz="quarter" idx="11"/>
          </p:nvPr>
        </p:nvSpPr>
        <p:spPr>
          <a:xfrm>
            <a:off x="875603" y="4882750"/>
            <a:ext cx="5220000" cy="108000"/>
          </a:xfrm>
        </p:spPr>
        <p:txBody>
          <a:bodyPr/>
          <a:lstStyle/>
          <a:p>
            <a:endParaRPr lang="de-DE" dirty="0"/>
          </a:p>
        </p:txBody>
      </p:sp>
      <p:sp>
        <p:nvSpPr>
          <p:cNvPr id="5" name="Zástupný symbol pro číslo snímku 4">
            <a:extLst>
              <a:ext uri="{FF2B5EF4-FFF2-40B4-BE49-F238E27FC236}">
                <a16:creationId xmlns:a16="http://schemas.microsoft.com/office/drawing/2014/main" id="{825D30A8-B84A-B60F-CB35-04BD4211E181}"/>
              </a:ext>
            </a:extLst>
          </p:cNvPr>
          <p:cNvSpPr>
            <a:spLocks noGrp="1"/>
          </p:cNvSpPr>
          <p:nvPr>
            <p:ph type="sldNum" sz="quarter" idx="12"/>
          </p:nvPr>
        </p:nvSpPr>
        <p:spPr>
          <a:xfrm>
            <a:off x="8604001" y="4871601"/>
            <a:ext cx="180000" cy="108000"/>
          </a:xfrm>
          <a:prstGeom prst="rect">
            <a:avLst/>
          </a:prstGeom>
        </p:spPr>
        <p:txBody>
          <a:bodyPr vert="horz" lIns="0" tIns="0" rIns="0" bIns="0" rtlCol="0" anchor="ctr"/>
          <a:lstStyle>
            <a:defPPr>
              <a:defRPr lang="de-DE"/>
            </a:defPPr>
            <a:lvl1pPr marL="0" algn="r" defTabSz="914400" rtl="0" eaLnBrk="1" latinLnBrk="0" hangingPunct="1">
              <a:defRPr sz="600" b="1"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839375-43AA-4A5D-B991-4343C4570BCB}" type="slidenum">
              <a:rPr lang="de-DE" smtClean="0"/>
              <a:pPr/>
              <a:t>32</a:t>
            </a:fld>
            <a:endParaRPr lang="de-DE"/>
          </a:p>
        </p:txBody>
      </p:sp>
      <p:cxnSp>
        <p:nvCxnSpPr>
          <p:cNvPr id="20" name="Slide_Title_Separation_Line">
            <a:extLst>
              <a:ext uri="{FF2B5EF4-FFF2-40B4-BE49-F238E27FC236}">
                <a16:creationId xmlns:a16="http://schemas.microsoft.com/office/drawing/2014/main" id="{78EACE0D-1AA8-ED1E-16F7-5C1284E364F9}"/>
              </a:ext>
            </a:extLst>
          </p:cNvPr>
          <p:cNvCxnSpPr>
            <a:cxnSpLocks/>
          </p:cNvCxnSpPr>
          <p:nvPr/>
        </p:nvCxnSpPr>
        <p:spPr>
          <a:xfrm>
            <a:off x="361300" y="791755"/>
            <a:ext cx="8421039" cy="0"/>
          </a:xfrm>
          <a:prstGeom prst="line">
            <a:avLst/>
          </a:prstGeom>
          <a:ln w="19050" cap="rnd">
            <a:solidFill>
              <a:srgbClr val="004D7A"/>
            </a:solidFill>
            <a:prstDash val="sysDot"/>
            <a:headEnd type="none"/>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495C43F8-E43B-C6AC-F16E-24C0C862C5C6}"/>
              </a:ext>
            </a:extLst>
          </p:cNvPr>
          <p:cNvSpPr txBox="1">
            <a:spLocks/>
          </p:cNvSpPr>
          <p:nvPr/>
        </p:nvSpPr>
        <p:spPr>
          <a:xfrm>
            <a:off x="361663" y="431867"/>
            <a:ext cx="8421402" cy="287911"/>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600" b="0" dirty="0">
                <a:solidFill>
                  <a:schemeClr val="accent5"/>
                </a:solidFill>
                <a:latin typeface="ZF Prometo Medium" panose="020B0704030203060203" pitchFamily="34" charset="-18"/>
              </a:rPr>
              <a:t>Script initialization</a:t>
            </a:r>
            <a:endParaRPr lang="en-GB" sz="1600" b="0" dirty="0">
              <a:solidFill>
                <a:schemeClr val="accent5"/>
              </a:solidFill>
              <a:latin typeface="Consolas" panose="020B0609020204030204" pitchFamily="49" charset="0"/>
            </a:endParaRPr>
          </a:p>
        </p:txBody>
      </p:sp>
      <p:sp>
        <p:nvSpPr>
          <p:cNvPr id="1037" name="Title 1">
            <a:extLst>
              <a:ext uri="{FF2B5EF4-FFF2-40B4-BE49-F238E27FC236}">
                <a16:creationId xmlns:a16="http://schemas.microsoft.com/office/drawing/2014/main" id="{8E95DF47-ED69-D3DB-C9E9-02626616E174}"/>
              </a:ext>
            </a:extLst>
          </p:cNvPr>
          <p:cNvSpPr txBox="1">
            <a:spLocks/>
          </p:cNvSpPr>
          <p:nvPr/>
        </p:nvSpPr>
        <p:spPr>
          <a:xfrm>
            <a:off x="361663" y="107966"/>
            <a:ext cx="8421402" cy="359889"/>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999" b="0" dirty="0">
                <a:latin typeface="ZF Prometo Medium" panose="020B0704030203060203" pitchFamily="34" charset="-18"/>
              </a:rPr>
              <a:t>Constant surveillance script | User manual</a:t>
            </a:r>
            <a:endParaRPr lang="en-GB" sz="1999" b="0" dirty="0">
              <a:solidFill>
                <a:schemeClr val="accent5"/>
              </a:solidFill>
              <a:latin typeface="ZF Prometo Medium" panose="020B0704030203060203" pitchFamily="34" charset="-18"/>
            </a:endParaRPr>
          </a:p>
        </p:txBody>
      </p:sp>
      <p:sp>
        <p:nvSpPr>
          <p:cNvPr id="35" name="TextBox 34">
            <a:extLst>
              <a:ext uri="{FF2B5EF4-FFF2-40B4-BE49-F238E27FC236}">
                <a16:creationId xmlns:a16="http://schemas.microsoft.com/office/drawing/2014/main" id="{17800A95-B7E0-9127-F72E-7CA084A3831B}"/>
              </a:ext>
            </a:extLst>
          </p:cNvPr>
          <p:cNvSpPr txBox="1"/>
          <p:nvPr/>
        </p:nvSpPr>
        <p:spPr>
          <a:xfrm rot="10800000" flipH="1" flipV="1">
            <a:off x="361663" y="1760836"/>
            <a:ext cx="3564451" cy="2361398"/>
          </a:xfrm>
          <a:prstGeom prst="rect">
            <a:avLst/>
          </a:prstGeom>
        </p:spPr>
        <p:style>
          <a:lnRef idx="2">
            <a:schemeClr val="dk1"/>
          </a:lnRef>
          <a:fillRef idx="1">
            <a:schemeClr val="lt1"/>
          </a:fillRef>
          <a:effectRef idx="0">
            <a:schemeClr val="dk1"/>
          </a:effectRef>
          <a:fontRef idx="minor">
            <a:schemeClr val="dk1"/>
          </a:fontRef>
        </p:style>
        <p:txBody>
          <a:bodyPr wrap="square" lIns="72000" tIns="72000" rIns="72000" bIns="72000" rtlCol="0">
            <a:spAutoFit/>
          </a:bodyPr>
          <a:lstStyle/>
          <a:p>
            <a:pPr marL="0" marR="0" indent="0" algn="just"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The script then asks if for the threshold value [default:10000]. Threshold is also multiplied by the intial multiplier value.</a:t>
            </a:r>
          </a:p>
          <a:p>
            <a:pPr marL="0" marR="0" indent="0" algn="just"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Threshold is an important parameter because it provides boundary above which MSE will be consider an anomaly.</a:t>
            </a:r>
          </a:p>
          <a:p>
            <a:pPr marL="0" marR="0" indent="0" algn="just"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MSE is only going to be &gt;0 if calculated from current FFT values greater that mean FFT. If current MSE  is &lt; than mean FFT it will yield 0.</a:t>
            </a:r>
          </a:p>
          <a:p>
            <a:pPr marL="0" marR="0" indent="0" algn="just"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This is an option for the user to set an error threshold, not every error is going to be an anomaly.</a:t>
            </a:r>
          </a:p>
        </p:txBody>
      </p:sp>
      <p:pic>
        <p:nvPicPr>
          <p:cNvPr id="6" name="Picture 5">
            <a:extLst>
              <a:ext uri="{FF2B5EF4-FFF2-40B4-BE49-F238E27FC236}">
                <a16:creationId xmlns:a16="http://schemas.microsoft.com/office/drawing/2014/main" id="{7EDE05B5-324B-16AA-BF7D-FAB4B2F4B9CF}"/>
              </a:ext>
            </a:extLst>
          </p:cNvPr>
          <p:cNvPicPr>
            <a:picLocks noChangeAspect="1"/>
          </p:cNvPicPr>
          <p:nvPr/>
        </p:nvPicPr>
        <p:blipFill>
          <a:blip r:embed="rId2"/>
          <a:stretch>
            <a:fillRect/>
          </a:stretch>
        </p:blipFill>
        <p:spPr>
          <a:xfrm>
            <a:off x="4046496" y="1007790"/>
            <a:ext cx="4829616" cy="3703843"/>
          </a:xfrm>
          <a:prstGeom prst="rect">
            <a:avLst/>
          </a:prstGeom>
        </p:spPr>
      </p:pic>
    </p:spTree>
    <p:extLst>
      <p:ext uri="{BB962C8B-B14F-4D97-AF65-F5344CB8AC3E}">
        <p14:creationId xmlns:p14="http://schemas.microsoft.com/office/powerpoint/2010/main" val="4221388239"/>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symbol pro zápatí 3">
            <a:extLst>
              <a:ext uri="{FF2B5EF4-FFF2-40B4-BE49-F238E27FC236}">
                <a16:creationId xmlns:a16="http://schemas.microsoft.com/office/drawing/2014/main" id="{254E7CE1-B5B6-F3BC-0714-B80C7E5B52DE}"/>
              </a:ext>
            </a:extLst>
          </p:cNvPr>
          <p:cNvSpPr>
            <a:spLocks noGrp="1"/>
          </p:cNvSpPr>
          <p:nvPr>
            <p:ph type="ftr" sz="quarter" idx="11"/>
          </p:nvPr>
        </p:nvSpPr>
        <p:spPr>
          <a:xfrm>
            <a:off x="875603" y="4882750"/>
            <a:ext cx="5220000" cy="108000"/>
          </a:xfrm>
        </p:spPr>
        <p:txBody>
          <a:bodyPr/>
          <a:lstStyle/>
          <a:p>
            <a:endParaRPr lang="de-DE" dirty="0"/>
          </a:p>
        </p:txBody>
      </p:sp>
      <p:sp>
        <p:nvSpPr>
          <p:cNvPr id="5" name="Zástupný symbol pro číslo snímku 4">
            <a:extLst>
              <a:ext uri="{FF2B5EF4-FFF2-40B4-BE49-F238E27FC236}">
                <a16:creationId xmlns:a16="http://schemas.microsoft.com/office/drawing/2014/main" id="{825D30A8-B84A-B60F-CB35-04BD4211E181}"/>
              </a:ext>
            </a:extLst>
          </p:cNvPr>
          <p:cNvSpPr>
            <a:spLocks noGrp="1"/>
          </p:cNvSpPr>
          <p:nvPr>
            <p:ph type="sldNum" sz="quarter" idx="12"/>
          </p:nvPr>
        </p:nvSpPr>
        <p:spPr>
          <a:xfrm>
            <a:off x="8604001" y="4871601"/>
            <a:ext cx="180000" cy="108000"/>
          </a:xfrm>
          <a:prstGeom prst="rect">
            <a:avLst/>
          </a:prstGeom>
        </p:spPr>
        <p:txBody>
          <a:bodyPr vert="horz" lIns="0" tIns="0" rIns="0" bIns="0" rtlCol="0" anchor="ctr"/>
          <a:lstStyle>
            <a:defPPr>
              <a:defRPr lang="de-DE"/>
            </a:defPPr>
            <a:lvl1pPr marL="0" algn="r" defTabSz="914400" rtl="0" eaLnBrk="1" latinLnBrk="0" hangingPunct="1">
              <a:defRPr sz="600" b="1"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839375-43AA-4A5D-B991-4343C4570BCB}" type="slidenum">
              <a:rPr lang="de-DE" smtClean="0"/>
              <a:pPr/>
              <a:t>33</a:t>
            </a:fld>
            <a:endParaRPr lang="de-DE"/>
          </a:p>
        </p:txBody>
      </p:sp>
      <p:cxnSp>
        <p:nvCxnSpPr>
          <p:cNvPr id="20" name="Slide_Title_Separation_Line">
            <a:extLst>
              <a:ext uri="{FF2B5EF4-FFF2-40B4-BE49-F238E27FC236}">
                <a16:creationId xmlns:a16="http://schemas.microsoft.com/office/drawing/2014/main" id="{78EACE0D-1AA8-ED1E-16F7-5C1284E364F9}"/>
              </a:ext>
            </a:extLst>
          </p:cNvPr>
          <p:cNvCxnSpPr>
            <a:cxnSpLocks/>
          </p:cNvCxnSpPr>
          <p:nvPr/>
        </p:nvCxnSpPr>
        <p:spPr>
          <a:xfrm>
            <a:off x="361300" y="791755"/>
            <a:ext cx="8421039" cy="0"/>
          </a:xfrm>
          <a:prstGeom prst="line">
            <a:avLst/>
          </a:prstGeom>
          <a:ln w="19050" cap="rnd">
            <a:solidFill>
              <a:srgbClr val="004D7A"/>
            </a:solidFill>
            <a:prstDash val="sysDot"/>
            <a:headEnd type="none"/>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495C43F8-E43B-C6AC-F16E-24C0C862C5C6}"/>
              </a:ext>
            </a:extLst>
          </p:cNvPr>
          <p:cNvSpPr txBox="1">
            <a:spLocks/>
          </p:cNvSpPr>
          <p:nvPr/>
        </p:nvSpPr>
        <p:spPr>
          <a:xfrm>
            <a:off x="361663" y="431867"/>
            <a:ext cx="8421402" cy="287911"/>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600" b="0" dirty="0">
                <a:solidFill>
                  <a:schemeClr val="accent5"/>
                </a:solidFill>
                <a:latin typeface="ZF Prometo Medium" panose="020B0704030203060203" pitchFamily="34" charset="-18"/>
              </a:rPr>
              <a:t>Script running</a:t>
            </a:r>
            <a:endParaRPr lang="en-GB" sz="1600" b="0" dirty="0">
              <a:solidFill>
                <a:schemeClr val="accent5"/>
              </a:solidFill>
              <a:latin typeface="Consolas" panose="020B0609020204030204" pitchFamily="49" charset="0"/>
            </a:endParaRPr>
          </a:p>
        </p:txBody>
      </p:sp>
      <p:sp>
        <p:nvSpPr>
          <p:cNvPr id="1037" name="Title 1">
            <a:extLst>
              <a:ext uri="{FF2B5EF4-FFF2-40B4-BE49-F238E27FC236}">
                <a16:creationId xmlns:a16="http://schemas.microsoft.com/office/drawing/2014/main" id="{8E95DF47-ED69-D3DB-C9E9-02626616E174}"/>
              </a:ext>
            </a:extLst>
          </p:cNvPr>
          <p:cNvSpPr txBox="1">
            <a:spLocks/>
          </p:cNvSpPr>
          <p:nvPr/>
        </p:nvSpPr>
        <p:spPr>
          <a:xfrm>
            <a:off x="361663" y="107966"/>
            <a:ext cx="8421402" cy="359889"/>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999" b="0" dirty="0">
                <a:latin typeface="ZF Prometo Medium" panose="020B0704030203060203" pitchFamily="34" charset="-18"/>
              </a:rPr>
              <a:t>Constant surveillance script | User manual</a:t>
            </a:r>
            <a:endParaRPr lang="en-GB" sz="1999" b="0" dirty="0">
              <a:solidFill>
                <a:schemeClr val="accent5"/>
              </a:solidFill>
              <a:latin typeface="ZF Prometo Medium" panose="020B0704030203060203" pitchFamily="34" charset="-18"/>
            </a:endParaRPr>
          </a:p>
        </p:txBody>
      </p:sp>
      <p:pic>
        <p:nvPicPr>
          <p:cNvPr id="3" name="Picture 2">
            <a:extLst>
              <a:ext uri="{FF2B5EF4-FFF2-40B4-BE49-F238E27FC236}">
                <a16:creationId xmlns:a16="http://schemas.microsoft.com/office/drawing/2014/main" id="{AD32E6EB-FD67-767D-A064-0BE64C82FC18}"/>
              </a:ext>
            </a:extLst>
          </p:cNvPr>
          <p:cNvPicPr>
            <a:picLocks noChangeAspect="1"/>
          </p:cNvPicPr>
          <p:nvPr/>
        </p:nvPicPr>
        <p:blipFill>
          <a:blip r:embed="rId2"/>
          <a:stretch>
            <a:fillRect/>
          </a:stretch>
        </p:blipFill>
        <p:spPr>
          <a:xfrm>
            <a:off x="4825214" y="1240972"/>
            <a:ext cx="3957125" cy="3012495"/>
          </a:xfrm>
          <a:prstGeom prst="rect">
            <a:avLst/>
          </a:prstGeom>
        </p:spPr>
      </p:pic>
      <p:pic>
        <p:nvPicPr>
          <p:cNvPr id="8" name="Picture 7">
            <a:extLst>
              <a:ext uri="{FF2B5EF4-FFF2-40B4-BE49-F238E27FC236}">
                <a16:creationId xmlns:a16="http://schemas.microsoft.com/office/drawing/2014/main" id="{ED6F9493-4442-0DFF-E776-00E6F82D7D63}"/>
              </a:ext>
            </a:extLst>
          </p:cNvPr>
          <p:cNvPicPr>
            <a:picLocks noChangeAspect="1"/>
          </p:cNvPicPr>
          <p:nvPr/>
        </p:nvPicPr>
        <p:blipFill>
          <a:blip r:embed="rId3"/>
          <a:stretch>
            <a:fillRect/>
          </a:stretch>
        </p:blipFill>
        <p:spPr>
          <a:xfrm>
            <a:off x="216519" y="1814286"/>
            <a:ext cx="4537227" cy="1697157"/>
          </a:xfrm>
          <a:prstGeom prst="rect">
            <a:avLst/>
          </a:prstGeom>
        </p:spPr>
      </p:pic>
      <p:sp>
        <p:nvSpPr>
          <p:cNvPr id="9" name="TextBox 8">
            <a:extLst>
              <a:ext uri="{FF2B5EF4-FFF2-40B4-BE49-F238E27FC236}">
                <a16:creationId xmlns:a16="http://schemas.microsoft.com/office/drawing/2014/main" id="{3DEEDFB4-4308-97CD-8132-C25151944619}"/>
              </a:ext>
            </a:extLst>
          </p:cNvPr>
          <p:cNvSpPr txBox="1"/>
          <p:nvPr/>
        </p:nvSpPr>
        <p:spPr>
          <a:xfrm rot="10800000" flipH="1" flipV="1">
            <a:off x="754336" y="4210184"/>
            <a:ext cx="3564451" cy="369332"/>
          </a:xfrm>
          <a:prstGeom prst="rect">
            <a:avLst/>
          </a:prstGeom>
          <a:noFill/>
        </p:spPr>
        <p:txBody>
          <a:bodyPr wrap="squar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Command prompt – information about current FFT and number of errors</a:t>
            </a:r>
          </a:p>
        </p:txBody>
      </p:sp>
      <p:sp>
        <p:nvSpPr>
          <p:cNvPr id="10" name="TextBox 9">
            <a:extLst>
              <a:ext uri="{FF2B5EF4-FFF2-40B4-BE49-F238E27FC236}">
                <a16:creationId xmlns:a16="http://schemas.microsoft.com/office/drawing/2014/main" id="{DC5201AE-76A4-7E3A-41F6-7CDA91534B77}"/>
              </a:ext>
            </a:extLst>
          </p:cNvPr>
          <p:cNvSpPr txBox="1"/>
          <p:nvPr/>
        </p:nvSpPr>
        <p:spPr>
          <a:xfrm rot="10800000" flipH="1" flipV="1">
            <a:off x="5006641" y="4210184"/>
            <a:ext cx="3564451" cy="369332"/>
          </a:xfrm>
          <a:prstGeom prst="rect">
            <a:avLst/>
          </a:prstGeom>
          <a:noFill/>
        </p:spPr>
        <p:txBody>
          <a:bodyPr wrap="squar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Frontend – containing graphical information about the input data and current measurment</a:t>
            </a:r>
          </a:p>
        </p:txBody>
      </p:sp>
    </p:spTree>
    <p:extLst>
      <p:ext uri="{BB962C8B-B14F-4D97-AF65-F5344CB8AC3E}">
        <p14:creationId xmlns:p14="http://schemas.microsoft.com/office/powerpoint/2010/main" val="1186059157"/>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symbol pro zápatí 3">
            <a:extLst>
              <a:ext uri="{FF2B5EF4-FFF2-40B4-BE49-F238E27FC236}">
                <a16:creationId xmlns:a16="http://schemas.microsoft.com/office/drawing/2014/main" id="{254E7CE1-B5B6-F3BC-0714-B80C7E5B52DE}"/>
              </a:ext>
            </a:extLst>
          </p:cNvPr>
          <p:cNvSpPr>
            <a:spLocks noGrp="1"/>
          </p:cNvSpPr>
          <p:nvPr>
            <p:ph type="ftr" sz="quarter" idx="11"/>
          </p:nvPr>
        </p:nvSpPr>
        <p:spPr>
          <a:xfrm>
            <a:off x="875603" y="4882750"/>
            <a:ext cx="5220000" cy="108000"/>
          </a:xfrm>
        </p:spPr>
        <p:txBody>
          <a:bodyPr/>
          <a:lstStyle/>
          <a:p>
            <a:endParaRPr lang="de-DE" dirty="0"/>
          </a:p>
        </p:txBody>
      </p:sp>
      <p:sp>
        <p:nvSpPr>
          <p:cNvPr id="5" name="Zástupný symbol pro číslo snímku 4">
            <a:extLst>
              <a:ext uri="{FF2B5EF4-FFF2-40B4-BE49-F238E27FC236}">
                <a16:creationId xmlns:a16="http://schemas.microsoft.com/office/drawing/2014/main" id="{825D30A8-B84A-B60F-CB35-04BD4211E181}"/>
              </a:ext>
            </a:extLst>
          </p:cNvPr>
          <p:cNvSpPr>
            <a:spLocks noGrp="1"/>
          </p:cNvSpPr>
          <p:nvPr>
            <p:ph type="sldNum" sz="quarter" idx="12"/>
          </p:nvPr>
        </p:nvSpPr>
        <p:spPr>
          <a:xfrm>
            <a:off x="8604001" y="4871601"/>
            <a:ext cx="180000" cy="108000"/>
          </a:xfrm>
          <a:prstGeom prst="rect">
            <a:avLst/>
          </a:prstGeom>
        </p:spPr>
        <p:txBody>
          <a:bodyPr vert="horz" lIns="0" tIns="0" rIns="0" bIns="0" rtlCol="0" anchor="ctr"/>
          <a:lstStyle>
            <a:defPPr>
              <a:defRPr lang="de-DE"/>
            </a:defPPr>
            <a:lvl1pPr marL="0" algn="r" defTabSz="914400" rtl="0" eaLnBrk="1" latinLnBrk="0" hangingPunct="1">
              <a:defRPr sz="600" b="1"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839375-43AA-4A5D-B991-4343C4570BCB}" type="slidenum">
              <a:rPr lang="de-DE" smtClean="0"/>
              <a:pPr/>
              <a:t>34</a:t>
            </a:fld>
            <a:endParaRPr lang="de-DE"/>
          </a:p>
        </p:txBody>
      </p:sp>
      <p:cxnSp>
        <p:nvCxnSpPr>
          <p:cNvPr id="20" name="Slide_Title_Separation_Line">
            <a:extLst>
              <a:ext uri="{FF2B5EF4-FFF2-40B4-BE49-F238E27FC236}">
                <a16:creationId xmlns:a16="http://schemas.microsoft.com/office/drawing/2014/main" id="{78EACE0D-1AA8-ED1E-16F7-5C1284E364F9}"/>
              </a:ext>
            </a:extLst>
          </p:cNvPr>
          <p:cNvCxnSpPr>
            <a:cxnSpLocks/>
          </p:cNvCxnSpPr>
          <p:nvPr/>
        </p:nvCxnSpPr>
        <p:spPr>
          <a:xfrm>
            <a:off x="361300" y="791755"/>
            <a:ext cx="8421039" cy="0"/>
          </a:xfrm>
          <a:prstGeom prst="line">
            <a:avLst/>
          </a:prstGeom>
          <a:ln w="19050" cap="rnd">
            <a:solidFill>
              <a:srgbClr val="004D7A"/>
            </a:solidFill>
            <a:prstDash val="sysDot"/>
            <a:headEnd type="none"/>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495C43F8-E43B-C6AC-F16E-24C0C862C5C6}"/>
              </a:ext>
            </a:extLst>
          </p:cNvPr>
          <p:cNvSpPr txBox="1">
            <a:spLocks/>
          </p:cNvSpPr>
          <p:nvPr/>
        </p:nvSpPr>
        <p:spPr>
          <a:xfrm>
            <a:off x="361663" y="431867"/>
            <a:ext cx="8421402" cy="287911"/>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600" b="0" dirty="0">
                <a:solidFill>
                  <a:schemeClr val="accent5"/>
                </a:solidFill>
                <a:latin typeface="ZF Prometo Medium" panose="020B0704030203060203" pitchFamily="34" charset="-18"/>
              </a:rPr>
              <a:t>Output txt</a:t>
            </a:r>
            <a:endParaRPr lang="en-GB" sz="1600" b="0" dirty="0">
              <a:solidFill>
                <a:schemeClr val="accent5"/>
              </a:solidFill>
              <a:latin typeface="Consolas" panose="020B0609020204030204" pitchFamily="49" charset="0"/>
            </a:endParaRPr>
          </a:p>
        </p:txBody>
      </p:sp>
      <p:sp>
        <p:nvSpPr>
          <p:cNvPr id="1037" name="Title 1">
            <a:extLst>
              <a:ext uri="{FF2B5EF4-FFF2-40B4-BE49-F238E27FC236}">
                <a16:creationId xmlns:a16="http://schemas.microsoft.com/office/drawing/2014/main" id="{8E95DF47-ED69-D3DB-C9E9-02626616E174}"/>
              </a:ext>
            </a:extLst>
          </p:cNvPr>
          <p:cNvSpPr txBox="1">
            <a:spLocks/>
          </p:cNvSpPr>
          <p:nvPr/>
        </p:nvSpPr>
        <p:spPr>
          <a:xfrm>
            <a:off x="361663" y="107966"/>
            <a:ext cx="8421402" cy="359889"/>
          </a:xfrm>
          <a:prstGeom prst="rect">
            <a:avLst/>
          </a:prstGeom>
        </p:spPr>
        <p:txBody>
          <a:bodyPr vert="horz" lIns="0" tIns="0" rIns="0" bIns="0" rtlCol="0" anchor="ctr"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r>
              <a:rPr lang="pl-PL" sz="1999" b="0" dirty="0">
                <a:latin typeface="ZF Prometo Medium" panose="020B0704030203060203" pitchFamily="34" charset="-18"/>
              </a:rPr>
              <a:t>Constant surveillance script | User manual</a:t>
            </a:r>
            <a:endParaRPr lang="en-GB" sz="1999" b="0" dirty="0">
              <a:solidFill>
                <a:schemeClr val="accent5"/>
              </a:solidFill>
              <a:latin typeface="ZF Prometo Medium" panose="020B0704030203060203" pitchFamily="34" charset="-18"/>
            </a:endParaRPr>
          </a:p>
        </p:txBody>
      </p:sp>
      <p:sp>
        <p:nvSpPr>
          <p:cNvPr id="6" name="TextBox 5">
            <a:extLst>
              <a:ext uri="{FF2B5EF4-FFF2-40B4-BE49-F238E27FC236}">
                <a16:creationId xmlns:a16="http://schemas.microsoft.com/office/drawing/2014/main" id="{3F3AF34E-65AA-F819-7000-8C9BB66344A7}"/>
              </a:ext>
            </a:extLst>
          </p:cNvPr>
          <p:cNvSpPr txBox="1"/>
          <p:nvPr/>
        </p:nvSpPr>
        <p:spPr>
          <a:xfrm rot="10800000" flipH="1" flipV="1">
            <a:off x="361663" y="1575717"/>
            <a:ext cx="4427715" cy="1992066"/>
          </a:xfrm>
          <a:prstGeom prst="rect">
            <a:avLst/>
          </a:prstGeom>
        </p:spPr>
        <p:style>
          <a:lnRef idx="2">
            <a:schemeClr val="dk1"/>
          </a:lnRef>
          <a:fillRef idx="1">
            <a:schemeClr val="lt1"/>
          </a:fillRef>
          <a:effectRef idx="0">
            <a:schemeClr val="dk1"/>
          </a:effectRef>
          <a:fontRef idx="minor">
            <a:schemeClr val="dk1"/>
          </a:fontRef>
        </p:style>
        <p:txBody>
          <a:bodyPr wrap="square" lIns="72000" tIns="72000" rIns="72000" bIns="72000" rtlCol="0">
            <a:spAutoFit/>
          </a:bodyPr>
          <a:lstStyle/>
          <a:p>
            <a:pPr marL="0" marR="0" indent="0" algn="just" defTabSz="914400" eaLnBrk="1" fontAlgn="base" latinLnBrk="0" hangingPunct="1">
              <a:lnSpc>
                <a:spcPct val="100000"/>
              </a:lnSpc>
              <a:spcBef>
                <a:spcPts val="0"/>
              </a:spcBef>
              <a:spcAft>
                <a:spcPct val="0"/>
              </a:spcAft>
              <a:buClrTx/>
              <a:buSzTx/>
              <a:buFontTx/>
              <a:buNone/>
              <a:tabLst/>
            </a:pPr>
            <a:r>
              <a:rPr kumimoji="0" lang="pl-PL" sz="1200" b="0" i="0" u="none" strike="noStrike" kern="0" cap="none" spc="0" normalizeH="0" baseline="0" noProof="0" dirty="0">
                <a:ln>
                  <a:noFill/>
                </a:ln>
                <a:solidFill>
                  <a:srgbClr val="000000"/>
                </a:solidFill>
                <a:effectLst/>
                <a:uLnTx/>
                <a:uFillTx/>
              </a:rPr>
              <a:t>In the directory containing the Constant Surveillance scrip, directory „debug” will be created containing output data from the script.</a:t>
            </a:r>
          </a:p>
          <a:p>
            <a:pPr marL="0" marR="0" indent="0" algn="just"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The output contains MSE error and time of its measurment, as well as some performance measures of the hardware.</a:t>
            </a:r>
          </a:p>
          <a:p>
            <a:pPr marL="0" marR="0" indent="0" algn="just"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If needed this output might in the future be connected to SQL server that would inform through Power BI about potential anomalies.</a:t>
            </a:r>
          </a:p>
          <a:p>
            <a:pPr marL="0" marR="0" indent="0" algn="just" defTabSz="914400" eaLnBrk="1" fontAlgn="base" latinLnBrk="0" hangingPunct="1">
              <a:lnSpc>
                <a:spcPct val="100000"/>
              </a:lnSpc>
              <a:spcBef>
                <a:spcPts val="0"/>
              </a:spcBef>
              <a:spcAft>
                <a:spcPct val="0"/>
              </a:spcAft>
              <a:buClrTx/>
              <a:buSzTx/>
              <a:buFontTx/>
              <a:buNone/>
              <a:tabLst/>
            </a:pPr>
            <a:r>
              <a:rPr lang="pl-PL" sz="1200" kern="0" dirty="0">
                <a:solidFill>
                  <a:srgbClr val="000000"/>
                </a:solidFill>
              </a:rPr>
              <a:t>We also keep information about the used scaling facror and threshold in the title</a:t>
            </a:r>
          </a:p>
        </p:txBody>
      </p:sp>
      <p:pic>
        <p:nvPicPr>
          <p:cNvPr id="3" name="Picture 2">
            <a:extLst>
              <a:ext uri="{FF2B5EF4-FFF2-40B4-BE49-F238E27FC236}">
                <a16:creationId xmlns:a16="http://schemas.microsoft.com/office/drawing/2014/main" id="{76139AB6-BD26-2444-6ED8-01B034EF0659}"/>
              </a:ext>
            </a:extLst>
          </p:cNvPr>
          <p:cNvPicPr>
            <a:picLocks noChangeAspect="1"/>
          </p:cNvPicPr>
          <p:nvPr/>
        </p:nvPicPr>
        <p:blipFill>
          <a:blip r:embed="rId2"/>
          <a:stretch>
            <a:fillRect/>
          </a:stretch>
        </p:blipFill>
        <p:spPr>
          <a:xfrm>
            <a:off x="5217885" y="923767"/>
            <a:ext cx="3181013" cy="3787865"/>
          </a:xfrm>
          <a:prstGeom prst="rect">
            <a:avLst/>
          </a:prstGeom>
        </p:spPr>
      </p:pic>
    </p:spTree>
    <p:extLst>
      <p:ext uri="{BB962C8B-B14F-4D97-AF65-F5344CB8AC3E}">
        <p14:creationId xmlns:p14="http://schemas.microsoft.com/office/powerpoint/2010/main" val="2127325428"/>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5EE606E-07CB-407A-8EC9-E852BC2E6E7E}"/>
              </a:ext>
            </a:extLst>
          </p:cNvPr>
          <p:cNvSpPr>
            <a:spLocks noGrp="1"/>
          </p:cNvSpPr>
          <p:nvPr>
            <p:ph type="ftr" sz="quarter" idx="10"/>
          </p:nvPr>
        </p:nvSpPr>
        <p:spPr/>
        <p:txBody>
          <a:bodyPr/>
          <a:lstStyle/>
          <a:p>
            <a:pPr>
              <a:lnSpc>
                <a:spcPts val="800"/>
              </a:lnSpc>
            </a:pPr>
            <a:endParaRPr lang="en-US"/>
          </a:p>
        </p:txBody>
      </p:sp>
      <p:sp>
        <p:nvSpPr>
          <p:cNvPr id="4" name="Slide Number Placeholder 3">
            <a:extLst>
              <a:ext uri="{FF2B5EF4-FFF2-40B4-BE49-F238E27FC236}">
                <a16:creationId xmlns:a16="http://schemas.microsoft.com/office/drawing/2014/main" id="{24288D88-821A-3B21-56A0-91F8E4408C93}"/>
              </a:ext>
            </a:extLst>
          </p:cNvPr>
          <p:cNvSpPr>
            <a:spLocks noGrp="1"/>
          </p:cNvSpPr>
          <p:nvPr>
            <p:ph type="sldNum" sz="quarter" idx="11"/>
          </p:nvPr>
        </p:nvSpPr>
        <p:spPr/>
        <p:txBody>
          <a:bodyPr/>
          <a:lstStyle/>
          <a:p>
            <a:pPr>
              <a:lnSpc>
                <a:spcPts val="800"/>
              </a:lnSpc>
            </a:pPr>
            <a:fld id="{D985BC7C-F6A2-4FED-9217-735A5E10A319}" type="slidenum">
              <a:rPr lang="en-US" smtClean="0"/>
              <a:pPr>
                <a:lnSpc>
                  <a:spcPts val="800"/>
                </a:lnSpc>
              </a:pPr>
              <a:t>35</a:t>
            </a:fld>
            <a:endParaRPr lang="en-US"/>
          </a:p>
        </p:txBody>
      </p:sp>
      <p:sp>
        <p:nvSpPr>
          <p:cNvPr id="8" name="Titelbox">
            <a:extLst>
              <a:ext uri="{FF2B5EF4-FFF2-40B4-BE49-F238E27FC236}">
                <a16:creationId xmlns:a16="http://schemas.microsoft.com/office/drawing/2014/main" id="{F80CF03C-94ED-21A8-DC8A-D9931CFF1A52}"/>
              </a:ext>
            </a:extLst>
          </p:cNvPr>
          <p:cNvSpPr txBox="1">
            <a:spLocks/>
          </p:cNvSpPr>
          <p:nvPr/>
        </p:nvSpPr>
        <p:spPr>
          <a:xfrm>
            <a:off x="359999" y="1314816"/>
            <a:ext cx="8424000" cy="1057982"/>
          </a:xfrm>
          <a:prstGeom prst="rect">
            <a:avLst/>
          </a:prstGeom>
        </p:spPr>
        <p:txBody>
          <a:bodyPr vert="horz" lIns="0" tIns="0" rIns="0" bIns="0" rtlCol="0" anchor="t" anchorCtr="0">
            <a:noAutofit/>
          </a:bodyPr>
          <a:lstStyle>
            <a:lvl1pPr algn="l" defTabSz="914400" rtl="0" eaLnBrk="1" latinLnBrk="0" hangingPunct="1">
              <a:spcBef>
                <a:spcPct val="0"/>
              </a:spcBef>
              <a:buNone/>
              <a:defRPr sz="2000" b="1" kern="1200">
                <a:solidFill>
                  <a:schemeClr val="accent4"/>
                </a:solidFill>
                <a:latin typeface="+mj-lt"/>
                <a:ea typeface="+mj-ea"/>
                <a:cs typeface="+mj-cs"/>
              </a:defRPr>
            </a:lvl1pPr>
          </a:lstStyle>
          <a:p>
            <a:pPr algn="ctr"/>
            <a:r>
              <a:rPr lang="pl-PL" sz="2800" dirty="0"/>
              <a:t>Practice and Application</a:t>
            </a:r>
            <a:endParaRPr lang="de-DE" dirty="0"/>
          </a:p>
        </p:txBody>
      </p:sp>
    </p:spTree>
    <p:extLst>
      <p:ext uri="{BB962C8B-B14F-4D97-AF65-F5344CB8AC3E}">
        <p14:creationId xmlns:p14="http://schemas.microsoft.com/office/powerpoint/2010/main" val="1727175439"/>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1"/>
          <p:cNvSpPr>
            <a:spLocks noGrp="1"/>
          </p:cNvSpPr>
          <p:nvPr>
            <p:ph type="title"/>
          </p:nvPr>
        </p:nvSpPr>
        <p:spPr>
          <a:xfrm>
            <a:off x="360363" y="144001"/>
            <a:ext cx="8424000" cy="594000"/>
          </a:xfrm>
        </p:spPr>
        <p:txBody>
          <a:bodyPr anchor="t">
            <a:normAutofit/>
          </a:bodyPr>
          <a:lstStyle/>
          <a:p>
            <a:r>
              <a:rPr lang="en-US" altLang="zh-CN" dirty="0"/>
              <a:t>Run the script in ATC</a:t>
            </a:r>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dirty="0"/>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36</a:t>
            </a:fld>
            <a:endParaRPr lang="en-US"/>
          </a:p>
        </p:txBody>
      </p:sp>
      <p:sp>
        <p:nvSpPr>
          <p:cNvPr id="2" name="Content Placeholder 2">
            <a:extLst>
              <a:ext uri="{FF2B5EF4-FFF2-40B4-BE49-F238E27FC236}">
                <a16:creationId xmlns:a16="http://schemas.microsoft.com/office/drawing/2014/main" id="{9745704E-1866-4C81-BB97-7459B113A552}"/>
              </a:ext>
            </a:extLst>
          </p:cNvPr>
          <p:cNvSpPr txBox="1">
            <a:spLocks/>
          </p:cNvSpPr>
          <p:nvPr/>
        </p:nvSpPr>
        <p:spPr>
          <a:xfrm>
            <a:off x="299677" y="530587"/>
            <a:ext cx="8424000" cy="3932560"/>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b="1" dirty="0">
                <a:solidFill>
                  <a:srgbClr val="000000"/>
                </a:solidFill>
              </a:rPr>
              <a:t>Actual Combat-1</a:t>
            </a:r>
          </a:p>
          <a:p>
            <a:endParaRPr lang="en-US" dirty="0">
              <a:solidFill>
                <a:srgbClr val="000000"/>
              </a:solidFill>
            </a:endParaRPr>
          </a:p>
          <a:p>
            <a:pPr marL="171450" indent="-171450">
              <a:buFont typeface="Arial" pitchFamily="34" charset="0"/>
              <a:buChar char="•"/>
            </a:pPr>
            <a:r>
              <a:rPr lang="en-US" altLang="zh-CN" dirty="0">
                <a:solidFill>
                  <a:srgbClr val="000000"/>
                </a:solidFill>
              </a:rPr>
              <a:t>Install 6 normal noise calipers in the environmental chamber,</a:t>
            </a:r>
            <a:r>
              <a:rPr lang="zh-CN" altLang="en-US" dirty="0">
                <a:solidFill>
                  <a:srgbClr val="000000"/>
                </a:solidFill>
              </a:rPr>
              <a:t> </a:t>
            </a:r>
            <a:r>
              <a:rPr lang="en-US" altLang="zh-CN" dirty="0">
                <a:solidFill>
                  <a:srgbClr val="000000"/>
                </a:solidFill>
              </a:rPr>
              <a:t>also prepare a caliper with abnormal noise.</a:t>
            </a:r>
          </a:p>
          <a:p>
            <a:pPr marL="171450" indent="-171450">
              <a:buFont typeface="Arial" pitchFamily="34" charset="0"/>
              <a:buChar char="•"/>
            </a:pPr>
            <a:r>
              <a:rPr lang="en-US" altLang="zh-CN" dirty="0">
                <a:solidFill>
                  <a:srgbClr val="000000"/>
                </a:solidFill>
              </a:rPr>
              <a:t>Run the environmental chamber and set the temperature to 50</a:t>
            </a:r>
            <a:r>
              <a:rPr lang="zh-CN" altLang="en-US" dirty="0">
                <a:solidFill>
                  <a:srgbClr val="000000"/>
                </a:solidFill>
              </a:rPr>
              <a:t>℃</a:t>
            </a:r>
            <a:r>
              <a:rPr lang="en-US" altLang="zh-CN" dirty="0">
                <a:solidFill>
                  <a:srgbClr val="000000"/>
                </a:solidFill>
              </a:rPr>
              <a:t>.</a:t>
            </a:r>
          </a:p>
          <a:p>
            <a:pPr marL="171450" indent="-171450">
              <a:buFont typeface="Arial" pitchFamily="34" charset="0"/>
              <a:buChar char="•"/>
            </a:pPr>
            <a:r>
              <a:rPr lang="en-US" altLang="zh-CN" dirty="0">
                <a:solidFill>
                  <a:srgbClr val="000000"/>
                </a:solidFill>
              </a:rPr>
              <a:t>Start monitoring the sound of 6 normal noise calipers.</a:t>
            </a:r>
          </a:p>
          <a:p>
            <a:pPr marL="171450" indent="-171450">
              <a:buFont typeface="Arial" pitchFamily="34" charset="0"/>
              <a:buChar char="•"/>
            </a:pPr>
            <a:r>
              <a:rPr lang="en-US" altLang="zh-CN" dirty="0">
                <a:solidFill>
                  <a:srgbClr val="000000"/>
                </a:solidFill>
              </a:rPr>
              <a:t>The monitoring software recorded the sound of every movement, but it did not exceed the limit, so the alarm did not   sound.</a:t>
            </a:r>
          </a:p>
          <a:p>
            <a:pPr marL="171450" indent="-171450">
              <a:buFont typeface="Arial" pitchFamily="34" charset="0"/>
              <a:buChar char="•"/>
            </a:pPr>
            <a:r>
              <a:rPr lang="en-US" altLang="zh-CN" dirty="0">
                <a:solidFill>
                  <a:srgbClr val="000000"/>
                </a:solidFill>
              </a:rPr>
              <a:t>The monitoring script continues to run.</a:t>
            </a:r>
            <a:r>
              <a:rPr lang="zh-CN" altLang="en-US" dirty="0">
                <a:solidFill>
                  <a:srgbClr val="000000"/>
                </a:solidFill>
              </a:rPr>
              <a:t> </a:t>
            </a:r>
            <a:r>
              <a:rPr lang="en-US" altLang="zh-CN" dirty="0">
                <a:solidFill>
                  <a:srgbClr val="000000"/>
                </a:solidFill>
              </a:rPr>
              <a:t>I replaced the original normal noise caliper with a abnormal noise one.</a:t>
            </a:r>
          </a:p>
          <a:p>
            <a:endParaRPr lang="en-US" altLang="zh-CN" dirty="0">
              <a:solidFill>
                <a:srgbClr val="000000"/>
              </a:solidFill>
            </a:endParaRPr>
          </a:p>
          <a:p>
            <a:pPr marL="171450" indent="-171450">
              <a:buFont typeface="Arial" pitchFamily="34" charset="0"/>
              <a:buChar char="•"/>
            </a:pPr>
            <a:endParaRPr lang="en-US" altLang="zh-CN" dirty="0">
              <a:solidFill>
                <a:srgbClr val="000000"/>
              </a:solidFill>
            </a:endParaRPr>
          </a:p>
          <a:p>
            <a:endParaRPr lang="en-US" altLang="zh-CN" dirty="0">
              <a:solidFill>
                <a:srgbClr val="000000"/>
              </a:solidFill>
            </a:endParaRPr>
          </a:p>
          <a:p>
            <a:endParaRPr lang="en-US" altLang="zh-CN" dirty="0">
              <a:solidFill>
                <a:srgbClr val="000000"/>
              </a:solidFill>
            </a:endParaRPr>
          </a:p>
          <a:p>
            <a:endParaRPr lang="en-US" altLang="zh-CN" dirty="0">
              <a:solidFill>
                <a:srgbClr val="000000"/>
              </a:solidFill>
            </a:endParaRPr>
          </a:p>
          <a:p>
            <a:endParaRPr lang="en-US" altLang="zh-CN" dirty="0">
              <a:solidFill>
                <a:srgbClr val="000000"/>
              </a:solidFill>
            </a:endParaRPr>
          </a:p>
          <a:p>
            <a:endParaRPr lang="en-US" altLang="zh-CN" dirty="0">
              <a:solidFill>
                <a:srgbClr val="000000"/>
              </a:solidFill>
            </a:endParaRPr>
          </a:p>
          <a:p>
            <a:endParaRPr lang="en-US" altLang="zh-CN" dirty="0">
              <a:solidFill>
                <a:srgbClr val="000000"/>
              </a:solidFill>
            </a:endParaRPr>
          </a:p>
          <a:p>
            <a:endParaRPr lang="en-US" dirty="0">
              <a:solidFill>
                <a:srgbClr val="000000"/>
              </a:solidFill>
            </a:endParaRPr>
          </a:p>
          <a:p>
            <a:pPr marL="171450" indent="-171450">
              <a:buFont typeface="Arial" pitchFamily="34" charset="0"/>
              <a:buChar char="•"/>
            </a:pPr>
            <a:endParaRPr lang="pl-PL" dirty="0">
              <a:solidFill>
                <a:srgbClr val="000000"/>
              </a:solidFill>
            </a:endParaRPr>
          </a:p>
        </p:txBody>
      </p:sp>
      <p:grpSp>
        <p:nvGrpSpPr>
          <p:cNvPr id="35" name="组合 34">
            <a:extLst>
              <a:ext uri="{FF2B5EF4-FFF2-40B4-BE49-F238E27FC236}">
                <a16:creationId xmlns:a16="http://schemas.microsoft.com/office/drawing/2014/main" id="{2C3CF082-73B9-63B5-C37E-9DFC4D548F9E}"/>
              </a:ext>
            </a:extLst>
          </p:cNvPr>
          <p:cNvGrpSpPr/>
          <p:nvPr/>
        </p:nvGrpSpPr>
        <p:grpSpPr>
          <a:xfrm>
            <a:off x="360363" y="2615644"/>
            <a:ext cx="7964759" cy="1815549"/>
            <a:chOff x="360363" y="2876900"/>
            <a:chExt cx="7964759" cy="1815549"/>
          </a:xfrm>
        </p:grpSpPr>
        <p:grpSp>
          <p:nvGrpSpPr>
            <p:cNvPr id="17" name="组合 16">
              <a:extLst>
                <a:ext uri="{FF2B5EF4-FFF2-40B4-BE49-F238E27FC236}">
                  <a16:creationId xmlns:a16="http://schemas.microsoft.com/office/drawing/2014/main" id="{2827F5DD-9A8C-E7B3-4641-D31D2848EA94}"/>
                </a:ext>
              </a:extLst>
            </p:cNvPr>
            <p:cNvGrpSpPr/>
            <p:nvPr/>
          </p:nvGrpSpPr>
          <p:grpSpPr>
            <a:xfrm>
              <a:off x="360363" y="2876900"/>
              <a:ext cx="3771571" cy="1800000"/>
              <a:chOff x="2074691" y="1976900"/>
              <a:chExt cx="3771571" cy="1800000"/>
            </a:xfrm>
          </p:grpSpPr>
          <p:pic>
            <p:nvPicPr>
              <p:cNvPr id="3" name="图片 2">
                <a:extLst>
                  <a:ext uri="{FF2B5EF4-FFF2-40B4-BE49-F238E27FC236}">
                    <a16:creationId xmlns:a16="http://schemas.microsoft.com/office/drawing/2014/main" id="{4CA99735-BDB9-D803-58A8-F3BCF4C48376}"/>
                  </a:ext>
                </a:extLst>
              </p:cNvPr>
              <p:cNvPicPr>
                <a:picLocks noChangeAspect="1"/>
              </p:cNvPicPr>
              <p:nvPr/>
            </p:nvPicPr>
            <p:blipFill>
              <a:blip r:embed="rId2"/>
              <a:stretch>
                <a:fillRect/>
              </a:stretch>
            </p:blipFill>
            <p:spPr>
              <a:xfrm>
                <a:off x="2074691" y="1976900"/>
                <a:ext cx="3388235" cy="1800000"/>
              </a:xfrm>
              <a:prstGeom prst="rect">
                <a:avLst/>
              </a:prstGeom>
              <a:ln>
                <a:solidFill>
                  <a:schemeClr val="tx1"/>
                </a:solidFill>
              </a:ln>
            </p:spPr>
          </p:pic>
          <p:cxnSp>
            <p:nvCxnSpPr>
              <p:cNvPr id="7" name="直接连接符 6">
                <a:extLst>
                  <a:ext uri="{FF2B5EF4-FFF2-40B4-BE49-F238E27FC236}">
                    <a16:creationId xmlns:a16="http://schemas.microsoft.com/office/drawing/2014/main" id="{F863D909-CA84-31BE-3D0E-6EC113A5C17C}"/>
                  </a:ext>
                </a:extLst>
              </p:cNvPr>
              <p:cNvCxnSpPr/>
              <p:nvPr/>
            </p:nvCxnSpPr>
            <p:spPr>
              <a:xfrm>
                <a:off x="2612576" y="3309257"/>
                <a:ext cx="2628000" cy="0"/>
              </a:xfrm>
              <a:prstGeom prst="line">
                <a:avLst/>
              </a:prstGeom>
              <a:noFill/>
              <a:ln w="38100" cap="rnd" cmpd="sng" algn="ctr">
                <a:solidFill>
                  <a:srgbClr val="FF0000"/>
                </a:solidFill>
                <a:prstDash val="solid"/>
                <a:round/>
              </a:ln>
              <a:effectLst/>
            </p:spPr>
          </p:cxnSp>
          <p:sp>
            <p:nvSpPr>
              <p:cNvPr id="14" name="文本框 13">
                <a:extLst>
                  <a:ext uri="{FF2B5EF4-FFF2-40B4-BE49-F238E27FC236}">
                    <a16:creationId xmlns:a16="http://schemas.microsoft.com/office/drawing/2014/main" id="{E2328060-FFF4-6366-F109-7676EA96311F}"/>
                  </a:ext>
                </a:extLst>
              </p:cNvPr>
              <p:cNvSpPr txBox="1"/>
              <p:nvPr/>
            </p:nvSpPr>
            <p:spPr>
              <a:xfrm>
                <a:off x="5517646" y="3216924"/>
                <a:ext cx="328616" cy="184666"/>
              </a:xfrm>
              <a:prstGeom prst="rect">
                <a:avLst/>
              </a:prstGeom>
              <a:noFill/>
              <a:ln>
                <a:solidFill>
                  <a:schemeClr val="tx1"/>
                </a:solidFill>
              </a:ln>
            </p:spPr>
            <p:txBody>
              <a:bodyPr wrap="non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en-US" altLang="zh-CN" sz="1200" b="0" i="0" u="none" strike="noStrike" kern="0" cap="none" spc="0" normalizeH="0" baseline="0" noProof="0" dirty="0">
                    <a:ln>
                      <a:noFill/>
                    </a:ln>
                    <a:solidFill>
                      <a:srgbClr val="000000"/>
                    </a:solidFill>
                    <a:effectLst/>
                    <a:uLnTx/>
                    <a:uFillTx/>
                  </a:rPr>
                  <a:t>Limit</a:t>
                </a:r>
                <a:endParaRPr kumimoji="0" lang="zh-CN" altLang="en-US" sz="1200" b="0" i="0" u="none" strike="noStrike" kern="0" cap="none" spc="0" normalizeH="0" baseline="0" noProof="0" dirty="0">
                  <a:ln>
                    <a:noFill/>
                  </a:ln>
                  <a:solidFill>
                    <a:srgbClr val="000000"/>
                  </a:solidFill>
                  <a:effectLst/>
                  <a:uLnTx/>
                  <a:uFillTx/>
                </a:endParaRPr>
              </a:p>
            </p:txBody>
          </p:sp>
        </p:grpSp>
        <p:sp>
          <p:nvSpPr>
            <p:cNvPr id="19" name="文本框 18">
              <a:extLst>
                <a:ext uri="{FF2B5EF4-FFF2-40B4-BE49-F238E27FC236}">
                  <a16:creationId xmlns:a16="http://schemas.microsoft.com/office/drawing/2014/main" id="{0B66EA12-0936-5EEC-048A-85CCA8F1F656}"/>
                </a:ext>
              </a:extLst>
            </p:cNvPr>
            <p:cNvSpPr txBox="1"/>
            <p:nvPr/>
          </p:nvSpPr>
          <p:spPr>
            <a:xfrm>
              <a:off x="3796058" y="4301623"/>
              <a:ext cx="875240" cy="184666"/>
            </a:xfrm>
            <a:prstGeom prst="rect">
              <a:avLst/>
            </a:prstGeom>
            <a:noFill/>
            <a:ln>
              <a:solidFill>
                <a:schemeClr val="tx1"/>
              </a:solidFill>
            </a:ln>
          </p:spPr>
          <p:txBody>
            <a:bodyPr wrap="non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en-US" altLang="zh-CN" sz="1200" b="0" i="0" u="none" strike="noStrike" kern="0" cap="none" spc="0" normalizeH="0" baseline="0" noProof="0" dirty="0">
                  <a:ln>
                    <a:noFill/>
                  </a:ln>
                  <a:solidFill>
                    <a:srgbClr val="000000"/>
                  </a:solidFill>
                  <a:effectLst/>
                  <a:uLnTx/>
                  <a:uFillTx/>
                </a:rPr>
                <a:t>current MSE </a:t>
              </a:r>
              <a:endParaRPr kumimoji="0" lang="zh-CN" altLang="en-US" sz="1200" b="0" i="0" u="none" strike="noStrike" kern="0" cap="none" spc="0" normalizeH="0" baseline="0" noProof="0" dirty="0">
                <a:ln>
                  <a:noFill/>
                </a:ln>
                <a:solidFill>
                  <a:srgbClr val="000000"/>
                </a:solidFill>
                <a:effectLst/>
                <a:uLnTx/>
                <a:uFillTx/>
              </a:endParaRPr>
            </a:p>
          </p:txBody>
        </p:sp>
        <p:cxnSp>
          <p:nvCxnSpPr>
            <p:cNvPr id="23" name="直接箭头连接符 22">
              <a:extLst>
                <a:ext uri="{FF2B5EF4-FFF2-40B4-BE49-F238E27FC236}">
                  <a16:creationId xmlns:a16="http://schemas.microsoft.com/office/drawing/2014/main" id="{2055E752-1E0A-9F7C-6617-BE782984E00C}"/>
                </a:ext>
              </a:extLst>
            </p:cNvPr>
            <p:cNvCxnSpPr>
              <a:cxnSpLocks/>
              <a:stCxn id="19" idx="1"/>
            </p:cNvCxnSpPr>
            <p:nvPr/>
          </p:nvCxnSpPr>
          <p:spPr>
            <a:xfrm flipH="1">
              <a:off x="1981200" y="4393956"/>
              <a:ext cx="1814858" cy="46167"/>
            </a:xfrm>
            <a:prstGeom prst="straightConnector1">
              <a:avLst/>
            </a:prstGeom>
            <a:noFill/>
            <a:ln w="28575" cap="rnd" cmpd="sng" algn="ctr">
              <a:solidFill>
                <a:srgbClr val="FF0000"/>
              </a:solidFill>
              <a:prstDash val="solid"/>
              <a:round/>
              <a:tailEnd type="triangle"/>
            </a:ln>
            <a:effectLst/>
          </p:spPr>
        </p:cxnSp>
        <p:pic>
          <p:nvPicPr>
            <p:cNvPr id="24" name="图片 23">
              <a:extLst>
                <a:ext uri="{FF2B5EF4-FFF2-40B4-BE49-F238E27FC236}">
                  <a16:creationId xmlns:a16="http://schemas.microsoft.com/office/drawing/2014/main" id="{1A455DF6-6FE0-2BE4-3738-B0BA0E1920CA}"/>
                </a:ext>
              </a:extLst>
            </p:cNvPr>
            <p:cNvPicPr>
              <a:picLocks noChangeAspect="1"/>
            </p:cNvPicPr>
            <p:nvPr/>
          </p:nvPicPr>
          <p:blipFill>
            <a:blip r:embed="rId3"/>
            <a:stretch>
              <a:fillRect/>
            </a:stretch>
          </p:blipFill>
          <p:spPr>
            <a:xfrm>
              <a:off x="4936887" y="2888471"/>
              <a:ext cx="3388235" cy="1800000"/>
            </a:xfrm>
            <a:prstGeom prst="rect">
              <a:avLst/>
            </a:prstGeom>
            <a:ln>
              <a:solidFill>
                <a:schemeClr val="tx1"/>
              </a:solidFill>
            </a:ln>
          </p:spPr>
        </p:pic>
        <p:sp>
          <p:nvSpPr>
            <p:cNvPr id="25" name="文本框 24">
              <a:extLst>
                <a:ext uri="{FF2B5EF4-FFF2-40B4-BE49-F238E27FC236}">
                  <a16:creationId xmlns:a16="http://schemas.microsoft.com/office/drawing/2014/main" id="{EDBD4B8A-F205-551D-E318-E0FC529C3E36}"/>
                </a:ext>
              </a:extLst>
            </p:cNvPr>
            <p:cNvSpPr txBox="1"/>
            <p:nvPr/>
          </p:nvSpPr>
          <p:spPr>
            <a:xfrm>
              <a:off x="1364343" y="2888471"/>
              <a:ext cx="1567865" cy="184666"/>
            </a:xfrm>
            <a:prstGeom prst="rect">
              <a:avLst/>
            </a:prstGeom>
            <a:noFill/>
            <a:ln>
              <a:solidFill>
                <a:srgbClr val="FF0000"/>
              </a:solidFill>
            </a:ln>
          </p:spPr>
          <p:txBody>
            <a:bodyPr wrap="non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lang="en-US" altLang="zh-CN" sz="1200" dirty="0">
                  <a:solidFill>
                    <a:srgbClr val="FF0000"/>
                  </a:solidFill>
                </a:rPr>
                <a:t>6 normal noise calipers</a:t>
              </a:r>
              <a:endParaRPr kumimoji="0" lang="zh-CN" altLang="en-US" sz="1200" b="0" i="0" u="none" strike="noStrike" kern="0" cap="none" spc="0" normalizeH="0" baseline="0" noProof="0" dirty="0">
                <a:ln>
                  <a:noFill/>
                </a:ln>
                <a:solidFill>
                  <a:srgbClr val="FF0000"/>
                </a:solidFill>
                <a:effectLst/>
                <a:uLnTx/>
                <a:uFillTx/>
              </a:endParaRPr>
            </a:p>
          </p:txBody>
        </p:sp>
        <p:sp>
          <p:nvSpPr>
            <p:cNvPr id="26" name="文本框 25">
              <a:extLst>
                <a:ext uri="{FF2B5EF4-FFF2-40B4-BE49-F238E27FC236}">
                  <a16:creationId xmlns:a16="http://schemas.microsoft.com/office/drawing/2014/main" id="{4D7BBE86-469C-1C01-68D4-09B78A73F05D}"/>
                </a:ext>
              </a:extLst>
            </p:cNvPr>
            <p:cNvSpPr txBox="1"/>
            <p:nvPr/>
          </p:nvSpPr>
          <p:spPr>
            <a:xfrm>
              <a:off x="5620127" y="2888471"/>
              <a:ext cx="2201885" cy="184666"/>
            </a:xfrm>
            <a:prstGeom prst="rect">
              <a:avLst/>
            </a:prstGeom>
            <a:noFill/>
            <a:ln>
              <a:solidFill>
                <a:srgbClr val="FF0000"/>
              </a:solidFill>
            </a:ln>
          </p:spPr>
          <p:txBody>
            <a:bodyPr wrap="non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lang="en-US" altLang="zh-CN" sz="1200" dirty="0">
                  <a:solidFill>
                    <a:srgbClr val="FF0000"/>
                  </a:solidFill>
                </a:rPr>
                <a:t>replace 1 abnormal noise caliper</a:t>
              </a:r>
              <a:endParaRPr kumimoji="0" lang="zh-CN" altLang="en-US" sz="1200" b="0" i="0" u="none" strike="noStrike" kern="0" cap="none" spc="0" normalizeH="0" baseline="0" noProof="0" dirty="0">
                <a:ln>
                  <a:noFill/>
                </a:ln>
                <a:solidFill>
                  <a:srgbClr val="FF0000"/>
                </a:solidFill>
                <a:effectLst/>
                <a:uLnTx/>
                <a:uFillTx/>
              </a:endParaRPr>
            </a:p>
          </p:txBody>
        </p:sp>
        <p:cxnSp>
          <p:nvCxnSpPr>
            <p:cNvPr id="27" name="直接箭头连接符 26">
              <a:extLst>
                <a:ext uri="{FF2B5EF4-FFF2-40B4-BE49-F238E27FC236}">
                  <a16:creationId xmlns:a16="http://schemas.microsoft.com/office/drawing/2014/main" id="{9AD5EDA7-825A-9775-41D7-30E69890CE85}"/>
                </a:ext>
              </a:extLst>
            </p:cNvPr>
            <p:cNvCxnSpPr>
              <a:cxnSpLocks/>
              <a:stCxn id="19" idx="3"/>
            </p:cNvCxnSpPr>
            <p:nvPr/>
          </p:nvCxnSpPr>
          <p:spPr>
            <a:xfrm flipV="1">
              <a:off x="4671298" y="4225407"/>
              <a:ext cx="948829" cy="168549"/>
            </a:xfrm>
            <a:prstGeom prst="straightConnector1">
              <a:avLst/>
            </a:prstGeom>
            <a:noFill/>
            <a:ln w="28575" cap="rnd" cmpd="sng" algn="ctr">
              <a:solidFill>
                <a:srgbClr val="FF0000"/>
              </a:solidFill>
              <a:prstDash val="solid"/>
              <a:round/>
              <a:tailEnd type="triangle"/>
            </a:ln>
            <a:effectLst/>
          </p:spPr>
        </p:cxnSp>
        <p:sp>
          <p:nvSpPr>
            <p:cNvPr id="31" name="文本框 30">
              <a:extLst>
                <a:ext uri="{FF2B5EF4-FFF2-40B4-BE49-F238E27FC236}">
                  <a16:creationId xmlns:a16="http://schemas.microsoft.com/office/drawing/2014/main" id="{686D3615-2FA2-EC40-6D1B-C257AE5C08F3}"/>
                </a:ext>
              </a:extLst>
            </p:cNvPr>
            <p:cNvSpPr txBox="1"/>
            <p:nvPr/>
          </p:nvSpPr>
          <p:spPr>
            <a:xfrm>
              <a:off x="1728484" y="4490792"/>
              <a:ext cx="375103" cy="184666"/>
            </a:xfrm>
            <a:prstGeom prst="rect">
              <a:avLst/>
            </a:prstGeom>
            <a:noFill/>
            <a:ln>
              <a:noFill/>
            </a:ln>
          </p:spPr>
          <p:txBody>
            <a:bodyPr wrap="non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en-US" altLang="zh-CN" sz="1200" b="0" i="0" u="none" strike="noStrike" kern="0" cap="none" spc="0" normalizeH="0" baseline="0" noProof="0" dirty="0">
                  <a:ln>
                    <a:noFill/>
                  </a:ln>
                  <a:solidFill>
                    <a:srgbClr val="000000"/>
                  </a:solidFill>
                  <a:effectLst/>
                  <a:uLnTx/>
                  <a:uFillTx/>
                </a:rPr>
                <a:t>Apply</a:t>
              </a:r>
              <a:endParaRPr kumimoji="0" lang="zh-CN" altLang="en-US" sz="1200" b="0" i="0" u="none" strike="noStrike" kern="0" cap="none" spc="0" normalizeH="0" baseline="0" noProof="0" dirty="0">
                <a:ln>
                  <a:noFill/>
                </a:ln>
                <a:solidFill>
                  <a:srgbClr val="000000"/>
                </a:solidFill>
                <a:effectLst/>
                <a:uLnTx/>
                <a:uFillTx/>
              </a:endParaRPr>
            </a:p>
          </p:txBody>
        </p:sp>
        <p:sp>
          <p:nvSpPr>
            <p:cNvPr id="32" name="文本框 31">
              <a:extLst>
                <a:ext uri="{FF2B5EF4-FFF2-40B4-BE49-F238E27FC236}">
                  <a16:creationId xmlns:a16="http://schemas.microsoft.com/office/drawing/2014/main" id="{77BF8235-A766-EE7B-EE8F-75863BCC24FE}"/>
                </a:ext>
              </a:extLst>
            </p:cNvPr>
            <p:cNvSpPr txBox="1"/>
            <p:nvPr/>
          </p:nvSpPr>
          <p:spPr>
            <a:xfrm>
              <a:off x="2369311" y="4493330"/>
              <a:ext cx="525785" cy="184666"/>
            </a:xfrm>
            <a:prstGeom prst="rect">
              <a:avLst/>
            </a:prstGeom>
            <a:noFill/>
            <a:ln>
              <a:noFill/>
            </a:ln>
          </p:spPr>
          <p:txBody>
            <a:bodyPr wrap="non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en-US" altLang="zh-CN" sz="1200" b="0" i="0" u="none" strike="noStrike" kern="0" cap="none" spc="0" normalizeH="0" baseline="0" noProof="0" dirty="0">
                  <a:ln>
                    <a:noFill/>
                  </a:ln>
                  <a:solidFill>
                    <a:srgbClr val="000000"/>
                  </a:solidFill>
                  <a:effectLst/>
                  <a:uLnTx/>
                  <a:uFillTx/>
                </a:rPr>
                <a:t>Release</a:t>
              </a:r>
              <a:endParaRPr kumimoji="0" lang="zh-CN" altLang="en-US" sz="1200" b="0" i="0" u="none" strike="noStrike" kern="0" cap="none" spc="0" normalizeH="0" baseline="0" noProof="0" dirty="0">
                <a:ln>
                  <a:noFill/>
                </a:ln>
                <a:solidFill>
                  <a:srgbClr val="000000"/>
                </a:solidFill>
                <a:effectLst/>
                <a:uLnTx/>
                <a:uFillTx/>
              </a:endParaRPr>
            </a:p>
          </p:txBody>
        </p:sp>
        <p:sp>
          <p:nvSpPr>
            <p:cNvPr id="33" name="文本框 32">
              <a:extLst>
                <a:ext uri="{FF2B5EF4-FFF2-40B4-BE49-F238E27FC236}">
                  <a16:creationId xmlns:a16="http://schemas.microsoft.com/office/drawing/2014/main" id="{F70F7E5B-7731-E4BD-D610-73DFF58F6EF5}"/>
                </a:ext>
              </a:extLst>
            </p:cNvPr>
            <p:cNvSpPr txBox="1"/>
            <p:nvPr/>
          </p:nvSpPr>
          <p:spPr>
            <a:xfrm>
              <a:off x="5465279" y="4505245"/>
              <a:ext cx="375103" cy="184666"/>
            </a:xfrm>
            <a:prstGeom prst="rect">
              <a:avLst/>
            </a:prstGeom>
            <a:noFill/>
            <a:ln>
              <a:noFill/>
            </a:ln>
          </p:spPr>
          <p:txBody>
            <a:bodyPr wrap="non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en-US" altLang="zh-CN" sz="1200" b="0" i="0" u="none" strike="noStrike" kern="0" cap="none" spc="0" normalizeH="0" baseline="0" noProof="0" dirty="0">
                  <a:ln>
                    <a:noFill/>
                  </a:ln>
                  <a:solidFill>
                    <a:srgbClr val="000000"/>
                  </a:solidFill>
                  <a:effectLst/>
                  <a:uLnTx/>
                  <a:uFillTx/>
                </a:rPr>
                <a:t>Apply</a:t>
              </a:r>
              <a:endParaRPr kumimoji="0" lang="zh-CN" altLang="en-US" sz="1200" b="0" i="0" u="none" strike="noStrike" kern="0" cap="none" spc="0" normalizeH="0" baseline="0" noProof="0" dirty="0">
                <a:ln>
                  <a:noFill/>
                </a:ln>
                <a:solidFill>
                  <a:srgbClr val="000000"/>
                </a:solidFill>
                <a:effectLst/>
                <a:uLnTx/>
                <a:uFillTx/>
              </a:endParaRPr>
            </a:p>
          </p:txBody>
        </p:sp>
        <p:sp>
          <p:nvSpPr>
            <p:cNvPr id="34" name="文本框 33">
              <a:extLst>
                <a:ext uri="{FF2B5EF4-FFF2-40B4-BE49-F238E27FC236}">
                  <a16:creationId xmlns:a16="http://schemas.microsoft.com/office/drawing/2014/main" id="{94A54D25-2A3B-4A61-7870-2310621B299C}"/>
                </a:ext>
              </a:extLst>
            </p:cNvPr>
            <p:cNvSpPr txBox="1"/>
            <p:nvPr/>
          </p:nvSpPr>
          <p:spPr>
            <a:xfrm>
              <a:off x="6106106" y="4507783"/>
              <a:ext cx="525785" cy="184666"/>
            </a:xfrm>
            <a:prstGeom prst="rect">
              <a:avLst/>
            </a:prstGeom>
            <a:noFill/>
            <a:ln>
              <a:noFill/>
            </a:ln>
          </p:spPr>
          <p:txBody>
            <a:bodyPr wrap="non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en-US" altLang="zh-CN" sz="1200" b="0" i="0" u="none" strike="noStrike" kern="0" cap="none" spc="0" normalizeH="0" baseline="0" noProof="0" dirty="0">
                  <a:ln>
                    <a:noFill/>
                  </a:ln>
                  <a:solidFill>
                    <a:srgbClr val="000000"/>
                  </a:solidFill>
                  <a:effectLst/>
                  <a:uLnTx/>
                  <a:uFillTx/>
                </a:rPr>
                <a:t>Release</a:t>
              </a:r>
              <a:endParaRPr kumimoji="0" lang="zh-CN" altLang="en-US" sz="1200" b="0" i="0" u="none" strike="noStrike" kern="0" cap="none" spc="0" normalizeH="0" baseline="0" noProof="0" dirty="0">
                <a:ln>
                  <a:noFill/>
                </a:ln>
                <a:solidFill>
                  <a:srgbClr val="000000"/>
                </a:solidFill>
                <a:effectLst/>
                <a:uLnTx/>
                <a:uFillTx/>
              </a:endParaRPr>
            </a:p>
          </p:txBody>
        </p:sp>
      </p:grpSp>
    </p:spTree>
    <p:extLst>
      <p:ext uri="{BB962C8B-B14F-4D97-AF65-F5344CB8AC3E}">
        <p14:creationId xmlns:p14="http://schemas.microsoft.com/office/powerpoint/2010/main" val="278893768"/>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1"/>
          <p:cNvSpPr>
            <a:spLocks noGrp="1"/>
          </p:cNvSpPr>
          <p:nvPr>
            <p:ph type="title"/>
          </p:nvPr>
        </p:nvSpPr>
        <p:spPr>
          <a:xfrm>
            <a:off x="360363" y="144001"/>
            <a:ext cx="8424000" cy="594000"/>
          </a:xfrm>
        </p:spPr>
        <p:txBody>
          <a:bodyPr anchor="t">
            <a:normAutofit/>
          </a:bodyPr>
          <a:lstStyle/>
          <a:p>
            <a:r>
              <a:rPr lang="en-US" altLang="zh-CN" dirty="0"/>
              <a:t>Run the script in ATC</a:t>
            </a:r>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dirty="0"/>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37</a:t>
            </a:fld>
            <a:endParaRPr lang="en-US"/>
          </a:p>
        </p:txBody>
      </p:sp>
      <p:sp>
        <p:nvSpPr>
          <p:cNvPr id="2" name="Content Placeholder 2">
            <a:extLst>
              <a:ext uri="{FF2B5EF4-FFF2-40B4-BE49-F238E27FC236}">
                <a16:creationId xmlns:a16="http://schemas.microsoft.com/office/drawing/2014/main" id="{9745704E-1866-4C81-BB97-7459B113A552}"/>
              </a:ext>
            </a:extLst>
          </p:cNvPr>
          <p:cNvSpPr txBox="1">
            <a:spLocks/>
          </p:cNvSpPr>
          <p:nvPr/>
        </p:nvSpPr>
        <p:spPr>
          <a:xfrm>
            <a:off x="299677" y="530587"/>
            <a:ext cx="8424000" cy="1800000"/>
          </a:xfrm>
          <a:prstGeom prst="rect">
            <a:avLst/>
          </a:prstGeom>
        </p:spPr>
        <p:txBody>
          <a:bodyPr>
            <a:normAutofit lnSpcReduction="10000"/>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b="1" dirty="0">
                <a:solidFill>
                  <a:srgbClr val="000000"/>
                </a:solidFill>
              </a:rPr>
              <a:t>Actual Combat-2</a:t>
            </a:r>
          </a:p>
          <a:p>
            <a:endParaRPr lang="en-US" dirty="0">
              <a:solidFill>
                <a:srgbClr val="000000"/>
              </a:solidFill>
            </a:endParaRPr>
          </a:p>
          <a:p>
            <a:pPr marL="171450" indent="-171450">
              <a:buFont typeface="Arial" pitchFamily="34" charset="0"/>
              <a:buChar char="•"/>
            </a:pPr>
            <a:r>
              <a:rPr lang="en-US" altLang="zh-CN" dirty="0">
                <a:solidFill>
                  <a:srgbClr val="000000"/>
                </a:solidFill>
              </a:rPr>
              <a:t>The monitoring system is deployed in the NVH test.</a:t>
            </a:r>
          </a:p>
          <a:p>
            <a:pPr marL="171450" indent="-171450">
              <a:buFont typeface="Arial" pitchFamily="34" charset="0"/>
              <a:buChar char="•"/>
            </a:pPr>
            <a:r>
              <a:rPr lang="en-US" altLang="zh-CN" dirty="0">
                <a:solidFill>
                  <a:srgbClr val="000000"/>
                </a:solidFill>
              </a:rPr>
              <a:t>There are 12 calipers in the NVH test, and the temperature box is turned on to keep the calipers at 50℃.</a:t>
            </a:r>
          </a:p>
          <a:p>
            <a:pPr marL="171450" indent="-171450">
              <a:buFont typeface="Arial" pitchFamily="34" charset="0"/>
              <a:buChar char="•"/>
            </a:pPr>
            <a:r>
              <a:rPr lang="en-US" altLang="zh-CN" dirty="0">
                <a:solidFill>
                  <a:srgbClr val="000000"/>
                </a:solidFill>
              </a:rPr>
              <a:t>There was no abnormal noise at the beginning of the NVH test, but as the number of cycles increased, some calipers would produce abnormal noise.</a:t>
            </a:r>
          </a:p>
          <a:p>
            <a:pPr marL="171450" indent="-171450">
              <a:buFont typeface="Arial" pitchFamily="34" charset="0"/>
              <a:buChar char="•"/>
            </a:pPr>
            <a:r>
              <a:rPr lang="en-US" altLang="zh-CN" dirty="0">
                <a:solidFill>
                  <a:srgbClr val="000000"/>
                </a:solidFill>
              </a:rPr>
              <a:t>After more than 20,000 cycles, we can find that the MSE value has changed significantly. At this time, the NVH test equipment also detected abnormal noise from one caliper.</a:t>
            </a:r>
          </a:p>
          <a:p>
            <a:pPr marL="171450" indent="-171450">
              <a:buFont typeface="Arial" pitchFamily="34" charset="0"/>
              <a:buChar char="•"/>
            </a:pPr>
            <a:endParaRPr lang="en-US" altLang="zh-CN" dirty="0">
              <a:solidFill>
                <a:srgbClr val="000000"/>
              </a:solidFill>
            </a:endParaRPr>
          </a:p>
          <a:p>
            <a:endParaRPr lang="en-US" altLang="zh-CN" dirty="0">
              <a:solidFill>
                <a:srgbClr val="000000"/>
              </a:solidFill>
            </a:endParaRPr>
          </a:p>
          <a:p>
            <a:endParaRPr lang="en-US" altLang="zh-CN" dirty="0">
              <a:solidFill>
                <a:srgbClr val="000000"/>
              </a:solidFill>
            </a:endParaRPr>
          </a:p>
          <a:p>
            <a:endParaRPr lang="en-US" altLang="zh-CN" dirty="0">
              <a:solidFill>
                <a:srgbClr val="000000"/>
              </a:solidFill>
            </a:endParaRPr>
          </a:p>
          <a:p>
            <a:endParaRPr lang="en-US" altLang="zh-CN" dirty="0">
              <a:solidFill>
                <a:srgbClr val="000000"/>
              </a:solidFill>
            </a:endParaRPr>
          </a:p>
          <a:p>
            <a:endParaRPr lang="en-US" altLang="zh-CN" dirty="0">
              <a:solidFill>
                <a:srgbClr val="000000"/>
              </a:solidFill>
            </a:endParaRPr>
          </a:p>
          <a:p>
            <a:endParaRPr lang="en-US" altLang="zh-CN" dirty="0">
              <a:solidFill>
                <a:srgbClr val="000000"/>
              </a:solidFill>
            </a:endParaRPr>
          </a:p>
          <a:p>
            <a:endParaRPr lang="en-US" dirty="0">
              <a:solidFill>
                <a:srgbClr val="000000"/>
              </a:solidFill>
            </a:endParaRPr>
          </a:p>
          <a:p>
            <a:pPr marL="171450" indent="-171450">
              <a:buFont typeface="Arial" pitchFamily="34" charset="0"/>
              <a:buChar char="•"/>
            </a:pPr>
            <a:endParaRPr lang="pl-PL" dirty="0">
              <a:solidFill>
                <a:srgbClr val="000000"/>
              </a:solidFill>
            </a:endParaRPr>
          </a:p>
        </p:txBody>
      </p:sp>
      <p:grpSp>
        <p:nvGrpSpPr>
          <p:cNvPr id="3" name="组合 2">
            <a:extLst>
              <a:ext uri="{FF2B5EF4-FFF2-40B4-BE49-F238E27FC236}">
                <a16:creationId xmlns:a16="http://schemas.microsoft.com/office/drawing/2014/main" id="{4D91D966-CC49-62A5-A8AC-72FB4B5A4001}"/>
              </a:ext>
            </a:extLst>
          </p:cNvPr>
          <p:cNvGrpSpPr/>
          <p:nvPr/>
        </p:nvGrpSpPr>
        <p:grpSpPr>
          <a:xfrm>
            <a:off x="4572000" y="2526290"/>
            <a:ext cx="2444400" cy="1832670"/>
            <a:chOff x="5310800" y="2496867"/>
            <a:chExt cx="2631463" cy="2237977"/>
          </a:xfrm>
        </p:grpSpPr>
        <p:pic>
          <p:nvPicPr>
            <p:cNvPr id="1026" name="Picture 2">
              <a:extLst>
                <a:ext uri="{FF2B5EF4-FFF2-40B4-BE49-F238E27FC236}">
                  <a16:creationId xmlns:a16="http://schemas.microsoft.com/office/drawing/2014/main" id="{C30E6465-14AA-F17F-8CB9-31E8A2C64D1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10800" y="2496867"/>
              <a:ext cx="2631463" cy="200799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EC5E5637-B20D-73CC-0ED1-2D5A71C2BBA7}"/>
                </a:ext>
              </a:extLst>
            </p:cNvPr>
            <p:cNvSpPr txBox="1"/>
            <p:nvPr/>
          </p:nvSpPr>
          <p:spPr>
            <a:xfrm>
              <a:off x="6065287" y="4510282"/>
              <a:ext cx="1237703" cy="224562"/>
            </a:xfrm>
            <a:prstGeom prst="rect">
              <a:avLst/>
            </a:prstGeom>
            <a:noFill/>
            <a:ln>
              <a:solidFill>
                <a:srgbClr val="FF0000"/>
              </a:solidFill>
            </a:ln>
          </p:spPr>
          <p:txBody>
            <a:bodyPr wrap="squar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lang="en-US" altLang="zh-CN" sz="1200" dirty="0">
                  <a:solidFill>
                    <a:srgbClr val="FF0000"/>
                  </a:solidFill>
                </a:rPr>
                <a:t>After  20k cycles</a:t>
              </a:r>
              <a:endParaRPr kumimoji="0" lang="zh-CN" altLang="en-US" sz="1200" b="0" i="0" u="none" strike="noStrike" kern="0" cap="none" spc="0" normalizeH="0" baseline="0" noProof="0" dirty="0">
                <a:ln>
                  <a:noFill/>
                </a:ln>
                <a:solidFill>
                  <a:srgbClr val="FF0000"/>
                </a:solidFill>
                <a:effectLst/>
                <a:uLnTx/>
                <a:uFillTx/>
              </a:endParaRPr>
            </a:p>
          </p:txBody>
        </p:sp>
      </p:grpSp>
      <p:grpSp>
        <p:nvGrpSpPr>
          <p:cNvPr id="10" name="组合 9">
            <a:extLst>
              <a:ext uri="{FF2B5EF4-FFF2-40B4-BE49-F238E27FC236}">
                <a16:creationId xmlns:a16="http://schemas.microsoft.com/office/drawing/2014/main" id="{0ECB1469-D9B9-290A-58EF-08EC46AB4230}"/>
              </a:ext>
            </a:extLst>
          </p:cNvPr>
          <p:cNvGrpSpPr/>
          <p:nvPr/>
        </p:nvGrpSpPr>
        <p:grpSpPr>
          <a:xfrm>
            <a:off x="2572655" y="2140856"/>
            <a:ext cx="1943217" cy="2505609"/>
            <a:chOff x="2602846" y="0"/>
            <a:chExt cx="3938307" cy="5143500"/>
          </a:xfrm>
        </p:grpSpPr>
        <p:pic>
          <p:nvPicPr>
            <p:cNvPr id="8" name="图片 7">
              <a:extLst>
                <a:ext uri="{FF2B5EF4-FFF2-40B4-BE49-F238E27FC236}">
                  <a16:creationId xmlns:a16="http://schemas.microsoft.com/office/drawing/2014/main" id="{11B65C81-D594-75A9-78C5-A66396C61661}"/>
                </a:ext>
              </a:extLst>
            </p:cNvPr>
            <p:cNvPicPr>
              <a:picLocks noChangeAspect="1"/>
            </p:cNvPicPr>
            <p:nvPr/>
          </p:nvPicPr>
          <p:blipFill>
            <a:blip r:embed="rId3"/>
            <a:stretch>
              <a:fillRect/>
            </a:stretch>
          </p:blipFill>
          <p:spPr>
            <a:xfrm>
              <a:off x="2602846" y="0"/>
              <a:ext cx="3938307" cy="5143500"/>
            </a:xfrm>
            <a:prstGeom prst="rect">
              <a:avLst/>
            </a:prstGeom>
          </p:spPr>
        </p:pic>
        <p:sp>
          <p:nvSpPr>
            <p:cNvPr id="9" name="矩形 8">
              <a:extLst>
                <a:ext uri="{FF2B5EF4-FFF2-40B4-BE49-F238E27FC236}">
                  <a16:creationId xmlns:a16="http://schemas.microsoft.com/office/drawing/2014/main" id="{FC8C1474-FEBB-9868-CBF1-237BC57F85E2}"/>
                </a:ext>
              </a:extLst>
            </p:cNvPr>
            <p:cNvSpPr/>
            <p:nvPr/>
          </p:nvSpPr>
          <p:spPr>
            <a:xfrm>
              <a:off x="4011378" y="2184399"/>
              <a:ext cx="2292362" cy="457202"/>
            </a:xfrm>
            <a:prstGeom prst="rect">
              <a:avLst/>
            </a:prstGeom>
            <a:noFill/>
            <a:ln w="12700" cap="flat" cmpd="sng" algn="ctr">
              <a:solidFill>
                <a:srgbClr val="FF000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zh-CN" altLang="en-US" sz="1200" b="0" i="0" u="none" strike="noStrike" kern="0" cap="none" spc="0" normalizeH="0" baseline="0" noProof="0" dirty="0" err="1">
                <a:ln>
                  <a:noFill/>
                </a:ln>
                <a:solidFill>
                  <a:srgbClr val="000000"/>
                </a:solidFill>
                <a:effectLst/>
                <a:highlight>
                  <a:srgbClr val="FFFF00"/>
                </a:highlight>
                <a:uLnTx/>
                <a:uFillTx/>
                <a:latin typeface="Tahoma"/>
                <a:ea typeface="+mn-ea"/>
                <a:cs typeface="Tahoma" pitchFamily="34" charset="0"/>
              </a:endParaRPr>
            </a:p>
          </p:txBody>
        </p:sp>
      </p:grpSp>
      <p:sp>
        <p:nvSpPr>
          <p:cNvPr id="12" name="矩形 11">
            <a:extLst>
              <a:ext uri="{FF2B5EF4-FFF2-40B4-BE49-F238E27FC236}">
                <a16:creationId xmlns:a16="http://schemas.microsoft.com/office/drawing/2014/main" id="{37B10754-8C81-E1A4-1275-E28FEE57DA13}"/>
              </a:ext>
            </a:extLst>
          </p:cNvPr>
          <p:cNvSpPr/>
          <p:nvPr/>
        </p:nvSpPr>
        <p:spPr>
          <a:xfrm>
            <a:off x="3267645" y="3580087"/>
            <a:ext cx="1206426" cy="222721"/>
          </a:xfrm>
          <a:prstGeom prst="rect">
            <a:avLst/>
          </a:prstGeom>
          <a:noFill/>
          <a:ln w="12700" cap="flat" cmpd="sng" algn="ctr">
            <a:solidFill>
              <a:srgbClr val="FF000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zh-CN" altLang="en-US" sz="1200" b="0" i="0" u="none" strike="noStrike" kern="0" cap="none" spc="0" normalizeH="0" baseline="0" noProof="0" dirty="0" err="1">
              <a:ln>
                <a:noFill/>
              </a:ln>
              <a:solidFill>
                <a:srgbClr val="000000"/>
              </a:solidFill>
              <a:effectLst/>
              <a:highlight>
                <a:srgbClr val="FFFF00"/>
              </a:highlight>
              <a:uLnTx/>
              <a:uFillTx/>
              <a:latin typeface="Tahoma"/>
              <a:ea typeface="+mn-ea"/>
              <a:cs typeface="Tahoma" pitchFamily="34" charset="0"/>
            </a:endParaRPr>
          </a:p>
        </p:txBody>
      </p:sp>
      <p:pic>
        <p:nvPicPr>
          <p:cNvPr id="14" name="图片 13">
            <a:extLst>
              <a:ext uri="{FF2B5EF4-FFF2-40B4-BE49-F238E27FC236}">
                <a16:creationId xmlns:a16="http://schemas.microsoft.com/office/drawing/2014/main" id="{FDA535AB-EF92-FBD8-575D-975631A9D184}"/>
              </a:ext>
            </a:extLst>
          </p:cNvPr>
          <p:cNvPicPr>
            <a:picLocks noChangeAspect="1"/>
          </p:cNvPicPr>
          <p:nvPr/>
        </p:nvPicPr>
        <p:blipFill>
          <a:blip r:embed="rId4"/>
          <a:stretch>
            <a:fillRect/>
          </a:stretch>
        </p:blipFill>
        <p:spPr>
          <a:xfrm>
            <a:off x="7072527" y="2140865"/>
            <a:ext cx="1923417" cy="2505600"/>
          </a:xfrm>
          <a:prstGeom prst="rect">
            <a:avLst/>
          </a:prstGeom>
        </p:spPr>
      </p:pic>
      <p:sp>
        <p:nvSpPr>
          <p:cNvPr id="15" name="矩形 14">
            <a:extLst>
              <a:ext uri="{FF2B5EF4-FFF2-40B4-BE49-F238E27FC236}">
                <a16:creationId xmlns:a16="http://schemas.microsoft.com/office/drawing/2014/main" id="{A906CF0F-4929-F177-5102-66FFD48583AF}"/>
              </a:ext>
            </a:extLst>
          </p:cNvPr>
          <p:cNvSpPr/>
          <p:nvPr/>
        </p:nvSpPr>
        <p:spPr>
          <a:xfrm>
            <a:off x="7726326" y="3733451"/>
            <a:ext cx="1221217" cy="192663"/>
          </a:xfrm>
          <a:prstGeom prst="rect">
            <a:avLst/>
          </a:prstGeom>
          <a:noFill/>
          <a:ln w="12700" cap="flat" cmpd="sng" algn="ctr">
            <a:solidFill>
              <a:srgbClr val="FF000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zh-CN" altLang="en-US" sz="1200" b="0" i="0" u="none" strike="noStrike" kern="0" cap="none" spc="0" normalizeH="0" baseline="0" noProof="0" dirty="0" err="1">
              <a:ln>
                <a:noFill/>
              </a:ln>
              <a:solidFill>
                <a:srgbClr val="000000"/>
              </a:solidFill>
              <a:effectLst/>
              <a:highlight>
                <a:srgbClr val="FFFF00"/>
              </a:highlight>
              <a:uLnTx/>
              <a:uFillTx/>
              <a:latin typeface="Tahoma"/>
              <a:ea typeface="+mn-ea"/>
              <a:cs typeface="Tahoma" pitchFamily="34" charset="0"/>
            </a:endParaRPr>
          </a:p>
        </p:txBody>
      </p:sp>
      <p:sp>
        <p:nvSpPr>
          <p:cNvPr id="16" name="矩形 15">
            <a:extLst>
              <a:ext uri="{FF2B5EF4-FFF2-40B4-BE49-F238E27FC236}">
                <a16:creationId xmlns:a16="http://schemas.microsoft.com/office/drawing/2014/main" id="{51D4A472-8B4D-A931-FD67-D68AD8233B42}"/>
              </a:ext>
            </a:extLst>
          </p:cNvPr>
          <p:cNvSpPr/>
          <p:nvPr/>
        </p:nvSpPr>
        <p:spPr>
          <a:xfrm>
            <a:off x="7717253" y="4035864"/>
            <a:ext cx="1221679" cy="192663"/>
          </a:xfrm>
          <a:prstGeom prst="rect">
            <a:avLst/>
          </a:prstGeom>
          <a:noFill/>
          <a:ln w="12700" cap="flat" cmpd="sng" algn="ctr">
            <a:solidFill>
              <a:srgbClr val="FF0000"/>
            </a:solidFill>
            <a:prstDash val="soli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indent="0" algn="ctr" defTabSz="914400" eaLnBrk="1" fontAlgn="base" latinLnBrk="0" hangingPunct="1">
              <a:lnSpc>
                <a:spcPct val="100000"/>
              </a:lnSpc>
              <a:spcBef>
                <a:spcPts val="0"/>
              </a:spcBef>
              <a:spcAft>
                <a:spcPct val="0"/>
              </a:spcAft>
              <a:buClrTx/>
              <a:buSzTx/>
              <a:buFontTx/>
              <a:buNone/>
              <a:tabLst/>
            </a:pPr>
            <a:endParaRPr kumimoji="0" lang="zh-CN" altLang="en-US" sz="1200" b="0" i="0" u="none" strike="noStrike" kern="0" cap="none" spc="0" normalizeH="0" baseline="0" noProof="0" dirty="0" err="1">
              <a:ln>
                <a:noFill/>
              </a:ln>
              <a:solidFill>
                <a:srgbClr val="000000"/>
              </a:solidFill>
              <a:effectLst/>
              <a:highlight>
                <a:srgbClr val="FFFF00"/>
              </a:highlight>
              <a:uLnTx/>
              <a:uFillTx/>
              <a:latin typeface="Tahoma"/>
              <a:ea typeface="+mn-ea"/>
              <a:cs typeface="Tahoma" pitchFamily="34" charset="0"/>
            </a:endParaRPr>
          </a:p>
        </p:txBody>
      </p:sp>
      <p:sp>
        <p:nvSpPr>
          <p:cNvPr id="17" name="文本框 16">
            <a:extLst>
              <a:ext uri="{FF2B5EF4-FFF2-40B4-BE49-F238E27FC236}">
                <a16:creationId xmlns:a16="http://schemas.microsoft.com/office/drawing/2014/main" id="{0C9B7A39-D549-84BC-D198-ECFC69207D71}"/>
              </a:ext>
            </a:extLst>
          </p:cNvPr>
          <p:cNvSpPr txBox="1"/>
          <p:nvPr/>
        </p:nvSpPr>
        <p:spPr>
          <a:xfrm>
            <a:off x="4023626" y="3204966"/>
            <a:ext cx="375103" cy="184666"/>
          </a:xfrm>
          <a:prstGeom prst="rect">
            <a:avLst/>
          </a:prstGeom>
          <a:noFill/>
          <a:ln>
            <a:noFill/>
          </a:ln>
        </p:spPr>
        <p:txBody>
          <a:bodyPr wrap="non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en-US" altLang="zh-CN" sz="1200" b="0" i="0" u="none" strike="noStrike" kern="0" cap="none" spc="0" normalizeH="0" baseline="0" noProof="0" dirty="0">
                <a:ln>
                  <a:noFill/>
                </a:ln>
                <a:solidFill>
                  <a:srgbClr val="000000"/>
                </a:solidFill>
                <a:effectLst/>
                <a:uLnTx/>
                <a:uFillTx/>
              </a:rPr>
              <a:t>Apply</a:t>
            </a:r>
            <a:endParaRPr kumimoji="0" lang="zh-CN" altLang="en-US" sz="1200" b="0" i="0" u="none" strike="noStrike" kern="0" cap="none" spc="0" normalizeH="0" baseline="0" noProof="0" dirty="0">
              <a:ln>
                <a:noFill/>
              </a:ln>
              <a:solidFill>
                <a:srgbClr val="000000"/>
              </a:solidFill>
              <a:effectLst/>
              <a:uLnTx/>
              <a:uFillTx/>
            </a:endParaRPr>
          </a:p>
        </p:txBody>
      </p:sp>
      <p:sp>
        <p:nvSpPr>
          <p:cNvPr id="18" name="文本框 17">
            <a:extLst>
              <a:ext uri="{FF2B5EF4-FFF2-40B4-BE49-F238E27FC236}">
                <a16:creationId xmlns:a16="http://schemas.microsoft.com/office/drawing/2014/main" id="{C939C118-81CB-F83E-B30A-FFD3228E4A1A}"/>
              </a:ext>
            </a:extLst>
          </p:cNvPr>
          <p:cNvSpPr txBox="1"/>
          <p:nvPr/>
        </p:nvSpPr>
        <p:spPr>
          <a:xfrm>
            <a:off x="3948286" y="3618142"/>
            <a:ext cx="525785" cy="184666"/>
          </a:xfrm>
          <a:prstGeom prst="rect">
            <a:avLst/>
          </a:prstGeom>
          <a:noFill/>
          <a:ln>
            <a:noFill/>
          </a:ln>
        </p:spPr>
        <p:txBody>
          <a:bodyPr wrap="non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en-US" altLang="zh-CN" sz="1200" b="0" i="0" u="none" strike="noStrike" kern="0" cap="none" spc="0" normalizeH="0" baseline="0" noProof="0" dirty="0">
                <a:ln>
                  <a:noFill/>
                </a:ln>
                <a:solidFill>
                  <a:srgbClr val="000000"/>
                </a:solidFill>
                <a:effectLst/>
                <a:uLnTx/>
                <a:uFillTx/>
              </a:rPr>
              <a:t>Release</a:t>
            </a:r>
            <a:endParaRPr kumimoji="0" lang="zh-CN" altLang="en-US" sz="1200" b="0" i="0" u="none" strike="noStrike" kern="0" cap="none" spc="0" normalizeH="0" baseline="0" noProof="0" dirty="0">
              <a:ln>
                <a:noFill/>
              </a:ln>
              <a:solidFill>
                <a:srgbClr val="000000"/>
              </a:solidFill>
              <a:effectLst/>
              <a:uLnTx/>
              <a:uFillTx/>
            </a:endParaRPr>
          </a:p>
        </p:txBody>
      </p:sp>
      <p:sp>
        <p:nvSpPr>
          <p:cNvPr id="19" name="文本框 18">
            <a:extLst>
              <a:ext uri="{FF2B5EF4-FFF2-40B4-BE49-F238E27FC236}">
                <a16:creationId xmlns:a16="http://schemas.microsoft.com/office/drawing/2014/main" id="{9891EA69-FCC1-F427-F827-67D5518C7A7A}"/>
              </a:ext>
            </a:extLst>
          </p:cNvPr>
          <p:cNvSpPr txBox="1"/>
          <p:nvPr/>
        </p:nvSpPr>
        <p:spPr>
          <a:xfrm>
            <a:off x="8490432" y="3741448"/>
            <a:ext cx="375103" cy="184666"/>
          </a:xfrm>
          <a:prstGeom prst="rect">
            <a:avLst/>
          </a:prstGeom>
          <a:noFill/>
          <a:ln>
            <a:noFill/>
          </a:ln>
        </p:spPr>
        <p:txBody>
          <a:bodyPr wrap="non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en-US" altLang="zh-CN" sz="1200" b="0" i="0" u="none" strike="noStrike" kern="0" cap="none" spc="0" normalizeH="0" baseline="0" noProof="0" dirty="0">
                <a:ln>
                  <a:noFill/>
                </a:ln>
                <a:solidFill>
                  <a:srgbClr val="000000"/>
                </a:solidFill>
                <a:effectLst/>
                <a:uLnTx/>
                <a:uFillTx/>
              </a:rPr>
              <a:t>Apply</a:t>
            </a:r>
            <a:endParaRPr kumimoji="0" lang="zh-CN" altLang="en-US" sz="1200" b="0" i="0" u="none" strike="noStrike" kern="0" cap="none" spc="0" normalizeH="0" baseline="0" noProof="0" dirty="0">
              <a:ln>
                <a:noFill/>
              </a:ln>
              <a:solidFill>
                <a:srgbClr val="000000"/>
              </a:solidFill>
              <a:effectLst/>
              <a:uLnTx/>
              <a:uFillTx/>
            </a:endParaRPr>
          </a:p>
        </p:txBody>
      </p:sp>
      <p:sp>
        <p:nvSpPr>
          <p:cNvPr id="20" name="文本框 19">
            <a:extLst>
              <a:ext uri="{FF2B5EF4-FFF2-40B4-BE49-F238E27FC236}">
                <a16:creationId xmlns:a16="http://schemas.microsoft.com/office/drawing/2014/main" id="{C56A2F38-5FE0-81D8-8DD9-ECB97B3AD5BD}"/>
              </a:ext>
            </a:extLst>
          </p:cNvPr>
          <p:cNvSpPr txBox="1"/>
          <p:nvPr/>
        </p:nvSpPr>
        <p:spPr>
          <a:xfrm>
            <a:off x="8421758" y="4033329"/>
            <a:ext cx="525785" cy="184666"/>
          </a:xfrm>
          <a:prstGeom prst="rect">
            <a:avLst/>
          </a:prstGeom>
          <a:noFill/>
          <a:ln>
            <a:noFill/>
          </a:ln>
        </p:spPr>
        <p:txBody>
          <a:bodyPr wrap="non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kumimoji="0" lang="en-US" altLang="zh-CN" sz="1200" b="0" i="0" u="none" strike="noStrike" kern="0" cap="none" spc="0" normalizeH="0" baseline="0" noProof="0" dirty="0">
                <a:ln>
                  <a:noFill/>
                </a:ln>
                <a:solidFill>
                  <a:srgbClr val="000000"/>
                </a:solidFill>
                <a:effectLst/>
                <a:uLnTx/>
                <a:uFillTx/>
              </a:rPr>
              <a:t>Release</a:t>
            </a:r>
            <a:endParaRPr kumimoji="0" lang="zh-CN" altLang="en-US" sz="1200" b="0" i="0" u="none" strike="noStrike" kern="0" cap="none" spc="0" normalizeH="0" baseline="0" noProof="0" dirty="0">
              <a:ln>
                <a:noFill/>
              </a:ln>
              <a:solidFill>
                <a:srgbClr val="000000"/>
              </a:solidFill>
              <a:effectLst/>
              <a:uLnTx/>
              <a:uFillTx/>
            </a:endParaRPr>
          </a:p>
        </p:txBody>
      </p:sp>
      <p:grpSp>
        <p:nvGrpSpPr>
          <p:cNvPr id="13" name="组合 12">
            <a:extLst>
              <a:ext uri="{FF2B5EF4-FFF2-40B4-BE49-F238E27FC236}">
                <a16:creationId xmlns:a16="http://schemas.microsoft.com/office/drawing/2014/main" id="{EA739DBE-36E1-9EBD-886F-3E879007268F}"/>
              </a:ext>
            </a:extLst>
          </p:cNvPr>
          <p:cNvGrpSpPr/>
          <p:nvPr/>
        </p:nvGrpSpPr>
        <p:grpSpPr>
          <a:xfrm>
            <a:off x="205068" y="2462674"/>
            <a:ext cx="2339523" cy="1910801"/>
            <a:chOff x="205068" y="2462674"/>
            <a:chExt cx="2339523" cy="1910801"/>
          </a:xfrm>
        </p:grpSpPr>
        <p:sp>
          <p:nvSpPr>
            <p:cNvPr id="6" name="文本框 5">
              <a:extLst>
                <a:ext uri="{FF2B5EF4-FFF2-40B4-BE49-F238E27FC236}">
                  <a16:creationId xmlns:a16="http://schemas.microsoft.com/office/drawing/2014/main" id="{72FEB954-B7F9-EE96-57B0-9B98EEAE8AFB}"/>
                </a:ext>
              </a:extLst>
            </p:cNvPr>
            <p:cNvSpPr txBox="1"/>
            <p:nvPr/>
          </p:nvSpPr>
          <p:spPr>
            <a:xfrm>
              <a:off x="1064308" y="4188809"/>
              <a:ext cx="751365" cy="184666"/>
            </a:xfrm>
            <a:prstGeom prst="rect">
              <a:avLst/>
            </a:prstGeom>
            <a:noFill/>
            <a:ln>
              <a:solidFill>
                <a:srgbClr val="FF0000"/>
              </a:solidFill>
            </a:ln>
          </p:spPr>
          <p:txBody>
            <a:bodyPr wrap="square" lIns="0" tIns="0" rIns="0" bIns="0" rtlCol="0">
              <a:spAutoFit/>
            </a:bodyPr>
            <a:lstStyle/>
            <a:p>
              <a:pPr marL="0" marR="0" indent="0" defTabSz="914400" eaLnBrk="1" fontAlgn="base" latinLnBrk="0" hangingPunct="1">
                <a:lnSpc>
                  <a:spcPct val="100000"/>
                </a:lnSpc>
                <a:spcBef>
                  <a:spcPts val="0"/>
                </a:spcBef>
                <a:spcAft>
                  <a:spcPct val="0"/>
                </a:spcAft>
                <a:buClrTx/>
                <a:buSzTx/>
                <a:buFontTx/>
                <a:buNone/>
                <a:tabLst/>
              </a:pPr>
              <a:r>
                <a:rPr lang="en-US" altLang="zh-CN" sz="1200" dirty="0">
                  <a:solidFill>
                    <a:srgbClr val="FF0000"/>
                  </a:solidFill>
                </a:rPr>
                <a:t>500 cycles</a:t>
              </a:r>
              <a:endParaRPr kumimoji="0" lang="zh-CN" altLang="en-US" sz="1200" b="0" i="0" u="none" strike="noStrike" kern="0" cap="none" spc="0" normalizeH="0" baseline="0" noProof="0" dirty="0">
                <a:ln>
                  <a:noFill/>
                </a:ln>
                <a:solidFill>
                  <a:srgbClr val="FF0000"/>
                </a:solidFill>
                <a:effectLst/>
                <a:uLnTx/>
                <a:uFillTx/>
              </a:endParaRPr>
            </a:p>
          </p:txBody>
        </p:sp>
        <p:pic>
          <p:nvPicPr>
            <p:cNvPr id="11" name="图片 10" descr="电脑萤幕画面&#10;&#10;描述已自动生成">
              <a:extLst>
                <a:ext uri="{FF2B5EF4-FFF2-40B4-BE49-F238E27FC236}">
                  <a16:creationId xmlns:a16="http://schemas.microsoft.com/office/drawing/2014/main" id="{378E96FE-DDB9-7B9B-8FE0-F588F46062B6}"/>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7540" t="1704" r="24286" b="4390"/>
            <a:stretch/>
          </p:blipFill>
          <p:spPr>
            <a:xfrm>
              <a:off x="205068" y="2462674"/>
              <a:ext cx="2339523" cy="1745507"/>
            </a:xfrm>
            <a:prstGeom prst="rect">
              <a:avLst/>
            </a:prstGeom>
            <a:ln>
              <a:solidFill>
                <a:schemeClr val="tx1"/>
              </a:solidFill>
            </a:ln>
          </p:spPr>
        </p:pic>
      </p:grpSp>
    </p:spTree>
    <p:extLst>
      <p:ext uri="{BB962C8B-B14F-4D97-AF65-F5344CB8AC3E}">
        <p14:creationId xmlns:p14="http://schemas.microsoft.com/office/powerpoint/2010/main" val="861503057"/>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1"/>
          <p:cNvSpPr>
            <a:spLocks noGrp="1"/>
          </p:cNvSpPr>
          <p:nvPr>
            <p:ph type="title"/>
          </p:nvPr>
        </p:nvSpPr>
        <p:spPr>
          <a:xfrm>
            <a:off x="360363" y="144001"/>
            <a:ext cx="8424000" cy="594000"/>
          </a:xfrm>
        </p:spPr>
        <p:txBody>
          <a:bodyPr anchor="t">
            <a:normAutofit/>
          </a:bodyPr>
          <a:lstStyle/>
          <a:p>
            <a:r>
              <a:rPr lang="en-US" altLang="zh-CN" dirty="0"/>
              <a:t>Run the script in ATC</a:t>
            </a:r>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dirty="0"/>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38</a:t>
            </a:fld>
            <a:endParaRPr lang="en-US"/>
          </a:p>
        </p:txBody>
      </p:sp>
      <p:sp>
        <p:nvSpPr>
          <p:cNvPr id="2" name="Content Placeholder 2">
            <a:extLst>
              <a:ext uri="{FF2B5EF4-FFF2-40B4-BE49-F238E27FC236}">
                <a16:creationId xmlns:a16="http://schemas.microsoft.com/office/drawing/2014/main" id="{9745704E-1866-4C81-BB97-7459B113A552}"/>
              </a:ext>
            </a:extLst>
          </p:cNvPr>
          <p:cNvSpPr txBox="1">
            <a:spLocks/>
          </p:cNvSpPr>
          <p:nvPr/>
        </p:nvSpPr>
        <p:spPr>
          <a:xfrm>
            <a:off x="299677" y="530587"/>
            <a:ext cx="7617866" cy="3932560"/>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b="1" dirty="0">
                <a:solidFill>
                  <a:srgbClr val="000000"/>
                </a:solidFill>
              </a:rPr>
              <a:t>Problems encountered in actual combat</a:t>
            </a:r>
          </a:p>
          <a:p>
            <a:endParaRPr lang="en-US" dirty="0">
              <a:solidFill>
                <a:srgbClr val="000000"/>
              </a:solidFill>
            </a:endParaRPr>
          </a:p>
          <a:p>
            <a:pPr marL="171450" indent="-171450">
              <a:buFont typeface="Arial" pitchFamily="34" charset="0"/>
              <a:buChar char="•"/>
            </a:pPr>
            <a:r>
              <a:rPr lang="en-US" altLang="zh-CN" b="1" dirty="0">
                <a:solidFill>
                  <a:srgbClr val="000000"/>
                </a:solidFill>
              </a:rPr>
              <a:t>Do not issue an alert when the current MSE value exceeds the limit.</a:t>
            </a:r>
          </a:p>
          <a:p>
            <a:r>
              <a:rPr lang="en-US" altLang="zh-CN" dirty="0">
                <a:solidFill>
                  <a:srgbClr val="000000"/>
                </a:solidFill>
              </a:rPr>
              <a:t>    ——This issue is still being processed.</a:t>
            </a:r>
          </a:p>
          <a:p>
            <a:pPr marL="171450" indent="-171450">
              <a:buFont typeface="Arial" pitchFamily="34" charset="0"/>
              <a:buChar char="•"/>
            </a:pPr>
            <a:endParaRPr lang="en-US" altLang="zh-CN" dirty="0">
              <a:solidFill>
                <a:srgbClr val="000000"/>
              </a:solidFill>
            </a:endParaRPr>
          </a:p>
          <a:p>
            <a:pPr marL="171450" indent="-171450">
              <a:buFont typeface="Arial" pitchFamily="34" charset="0"/>
              <a:buChar char="•"/>
            </a:pPr>
            <a:r>
              <a:rPr lang="en-US" altLang="zh-CN" b="1" dirty="0">
                <a:solidFill>
                  <a:srgbClr val="000000"/>
                </a:solidFill>
              </a:rPr>
              <a:t>The monitoring script suddenly stops while running</a:t>
            </a:r>
          </a:p>
          <a:p>
            <a:r>
              <a:rPr lang="en-US" altLang="zh-CN" dirty="0">
                <a:solidFill>
                  <a:srgbClr val="000000"/>
                </a:solidFill>
              </a:rPr>
              <a:t>    ——Change the test computer‘s battery management to high performance mode.</a:t>
            </a:r>
          </a:p>
          <a:p>
            <a:pPr marL="171450" indent="-171450">
              <a:buFont typeface="Arial" pitchFamily="34" charset="0"/>
              <a:buChar char="•"/>
            </a:pPr>
            <a:endParaRPr lang="en-US" altLang="zh-CN" b="1" dirty="0">
              <a:solidFill>
                <a:srgbClr val="000000"/>
              </a:solidFill>
            </a:endParaRPr>
          </a:p>
          <a:p>
            <a:pPr marL="171450" indent="-171450">
              <a:buFont typeface="Arial" pitchFamily="34" charset="0"/>
              <a:buChar char="•"/>
            </a:pPr>
            <a:r>
              <a:rPr lang="en-US" altLang="zh-CN" b="1" dirty="0">
                <a:solidFill>
                  <a:srgbClr val="000000"/>
                </a:solidFill>
              </a:rPr>
              <a:t>During the NVH test, 3 samples had abnormal noises which were not detected by our software.</a:t>
            </a:r>
          </a:p>
          <a:p>
            <a:r>
              <a:rPr lang="en-US" altLang="zh-CN" b="1" dirty="0">
                <a:solidFill>
                  <a:srgbClr val="000000"/>
                </a:solidFill>
              </a:rPr>
              <a:t>     </a:t>
            </a:r>
            <a:r>
              <a:rPr lang="en-US" altLang="zh-CN" dirty="0">
                <a:solidFill>
                  <a:srgbClr val="000000"/>
                </a:solidFill>
              </a:rPr>
              <a:t>——The abnormal noise in the abnormal noise audio we provided last year occurred near the 4200Hz frequency band. However, the NVH test currently being run has abnormal noise in the 2000Hz frequency band. Lukasz modified the “mean FFT file”</a:t>
            </a:r>
          </a:p>
          <a:p>
            <a:pPr marL="171450" indent="-171450">
              <a:buFont typeface="Arial" pitchFamily="34" charset="0"/>
              <a:buChar char="•"/>
            </a:pPr>
            <a:endParaRPr lang="en-US" altLang="zh-CN" b="1" dirty="0">
              <a:solidFill>
                <a:srgbClr val="000000"/>
              </a:solidFill>
            </a:endParaRPr>
          </a:p>
          <a:p>
            <a:pPr marL="171450" indent="-171450">
              <a:buFont typeface="Arial" pitchFamily="34" charset="0"/>
              <a:buChar char="•"/>
            </a:pPr>
            <a:endParaRPr lang="en-US" altLang="zh-CN" b="1" dirty="0">
              <a:solidFill>
                <a:srgbClr val="000000"/>
              </a:solidFill>
            </a:endParaRPr>
          </a:p>
          <a:p>
            <a:pPr marL="171450" indent="-171450">
              <a:buFont typeface="Arial" pitchFamily="34" charset="0"/>
              <a:buChar char="•"/>
            </a:pPr>
            <a:endParaRPr lang="en-US" altLang="zh-CN" b="1" dirty="0">
              <a:solidFill>
                <a:srgbClr val="000000"/>
              </a:solidFill>
            </a:endParaRPr>
          </a:p>
          <a:p>
            <a:endParaRPr lang="en-US" altLang="zh-CN" dirty="0">
              <a:solidFill>
                <a:srgbClr val="000000"/>
              </a:solidFill>
            </a:endParaRPr>
          </a:p>
          <a:p>
            <a:endParaRPr lang="en-US" altLang="zh-CN" dirty="0">
              <a:solidFill>
                <a:srgbClr val="000000"/>
              </a:solidFill>
            </a:endParaRPr>
          </a:p>
          <a:p>
            <a:endParaRPr lang="en-US" altLang="zh-CN" dirty="0">
              <a:solidFill>
                <a:srgbClr val="000000"/>
              </a:solidFill>
            </a:endParaRPr>
          </a:p>
          <a:p>
            <a:endParaRPr lang="en-US" altLang="zh-CN" dirty="0">
              <a:solidFill>
                <a:srgbClr val="000000"/>
              </a:solidFill>
            </a:endParaRPr>
          </a:p>
          <a:p>
            <a:endParaRPr lang="en-US" altLang="zh-CN" dirty="0">
              <a:solidFill>
                <a:srgbClr val="000000"/>
              </a:solidFill>
            </a:endParaRPr>
          </a:p>
          <a:p>
            <a:endParaRPr lang="en-US" altLang="zh-CN" dirty="0">
              <a:solidFill>
                <a:srgbClr val="000000"/>
              </a:solidFill>
            </a:endParaRPr>
          </a:p>
          <a:p>
            <a:endParaRPr lang="en-US" dirty="0">
              <a:solidFill>
                <a:srgbClr val="000000"/>
              </a:solidFill>
            </a:endParaRPr>
          </a:p>
          <a:p>
            <a:pPr marL="171450" indent="-171450">
              <a:buFont typeface="Arial" pitchFamily="34" charset="0"/>
              <a:buChar char="•"/>
            </a:pPr>
            <a:endParaRPr lang="pl-PL" dirty="0">
              <a:solidFill>
                <a:srgbClr val="000000"/>
              </a:solidFill>
            </a:endParaRPr>
          </a:p>
        </p:txBody>
      </p:sp>
      <p:pic>
        <p:nvPicPr>
          <p:cNvPr id="3" name="Picture 12">
            <a:extLst>
              <a:ext uri="{FF2B5EF4-FFF2-40B4-BE49-F238E27FC236}">
                <a16:creationId xmlns:a16="http://schemas.microsoft.com/office/drawing/2014/main" id="{88BF5044-AB2E-1022-60BA-259003F85A79}"/>
              </a:ext>
            </a:extLst>
          </p:cNvPr>
          <p:cNvPicPr>
            <a:picLocks noChangeAspect="1"/>
          </p:cNvPicPr>
          <p:nvPr/>
        </p:nvPicPr>
        <p:blipFill>
          <a:blip r:embed="rId2"/>
          <a:stretch>
            <a:fillRect/>
          </a:stretch>
        </p:blipFill>
        <p:spPr>
          <a:xfrm>
            <a:off x="6320970" y="1595410"/>
            <a:ext cx="720031" cy="720031"/>
          </a:xfrm>
          <a:prstGeom prst="rect">
            <a:avLst/>
          </a:prstGeom>
        </p:spPr>
      </p:pic>
      <p:pic>
        <p:nvPicPr>
          <p:cNvPr id="5" name="Picture 12">
            <a:extLst>
              <a:ext uri="{FF2B5EF4-FFF2-40B4-BE49-F238E27FC236}">
                <a16:creationId xmlns:a16="http://schemas.microsoft.com/office/drawing/2014/main" id="{E1CC368E-968E-DD09-4E0C-1942CFA84860}"/>
              </a:ext>
            </a:extLst>
          </p:cNvPr>
          <p:cNvPicPr>
            <a:picLocks noChangeAspect="1"/>
          </p:cNvPicPr>
          <p:nvPr/>
        </p:nvPicPr>
        <p:blipFill>
          <a:blip r:embed="rId2"/>
          <a:stretch>
            <a:fillRect/>
          </a:stretch>
        </p:blipFill>
        <p:spPr>
          <a:xfrm>
            <a:off x="7990937" y="2393696"/>
            <a:ext cx="720031" cy="720031"/>
          </a:xfrm>
          <a:prstGeom prst="rect">
            <a:avLst/>
          </a:prstGeom>
        </p:spPr>
      </p:pic>
    </p:spTree>
    <p:extLst>
      <p:ext uri="{BB962C8B-B14F-4D97-AF65-F5344CB8AC3E}">
        <p14:creationId xmlns:p14="http://schemas.microsoft.com/office/powerpoint/2010/main" val="2051537305"/>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1"/>
          <p:cNvSpPr>
            <a:spLocks noGrp="1"/>
          </p:cNvSpPr>
          <p:nvPr>
            <p:ph type="title"/>
          </p:nvPr>
        </p:nvSpPr>
        <p:spPr>
          <a:xfrm>
            <a:off x="360363" y="144001"/>
            <a:ext cx="8424000" cy="594000"/>
          </a:xfrm>
        </p:spPr>
        <p:txBody>
          <a:bodyPr anchor="t">
            <a:normAutofit/>
          </a:bodyPr>
          <a:lstStyle/>
          <a:p>
            <a:r>
              <a:rPr lang="pl-PL" altLang="zh-CN" dirty="0"/>
              <a:t>Next steps</a:t>
            </a:r>
            <a:endParaRPr lang="en-US" altLang="zh-CN" dirty="0"/>
          </a:p>
        </p:txBody>
      </p:sp>
      <p:sp>
        <p:nvSpPr>
          <p:cNvPr id="10247" name="Footer Placeholder 2">
            <a:extLst>
              <a:ext uri="{FF2B5EF4-FFF2-40B4-BE49-F238E27FC236}">
                <a16:creationId xmlns:a16="http://schemas.microsoft.com/office/drawing/2014/main" id="{76CFE9EF-07BF-B3C4-855D-5C72FFFD4545}"/>
              </a:ext>
            </a:extLst>
          </p:cNvPr>
          <p:cNvSpPr>
            <a:spLocks noGrp="1"/>
          </p:cNvSpPr>
          <p:nvPr>
            <p:ph type="ftr" sz="quarter" idx="10"/>
          </p:nvPr>
        </p:nvSpPr>
        <p:spPr>
          <a:xfrm>
            <a:off x="929391" y="4890652"/>
            <a:ext cx="5220000" cy="108000"/>
          </a:xfrm>
        </p:spPr>
        <p:txBody>
          <a:bodyPr/>
          <a:lstStyle/>
          <a:p>
            <a:pPr>
              <a:lnSpc>
                <a:spcPts val="800"/>
              </a:lnSpc>
            </a:pPr>
            <a:endParaRPr lang="en-US"/>
          </a:p>
        </p:txBody>
      </p:sp>
      <p:sp>
        <p:nvSpPr>
          <p:cNvPr id="10249" name="Slide Number Placeholder 3">
            <a:extLst>
              <a:ext uri="{FF2B5EF4-FFF2-40B4-BE49-F238E27FC236}">
                <a16:creationId xmlns:a16="http://schemas.microsoft.com/office/drawing/2014/main" id="{0BE182F2-B886-15B4-6AD1-0284FB192752}"/>
              </a:ext>
            </a:extLst>
          </p:cNvPr>
          <p:cNvSpPr>
            <a:spLocks noGrp="1"/>
          </p:cNvSpPr>
          <p:nvPr>
            <p:ph type="sldNum" sz="quarter" idx="11"/>
          </p:nvPr>
        </p:nvSpPr>
        <p:spPr>
          <a:xfrm>
            <a:off x="8604001" y="4890652"/>
            <a:ext cx="180000" cy="108000"/>
          </a:xfrm>
        </p:spPr>
        <p:txBody>
          <a:bodyPr/>
          <a:lstStyle/>
          <a:p>
            <a:pPr>
              <a:lnSpc>
                <a:spcPts val="800"/>
              </a:lnSpc>
              <a:spcAft>
                <a:spcPts val="450"/>
              </a:spcAft>
            </a:pPr>
            <a:fld id="{D985BC7C-F6A2-4FED-9217-735A5E10A319}" type="slidenum">
              <a:rPr lang="en-US" smtClean="0"/>
              <a:pPr>
                <a:lnSpc>
                  <a:spcPts val="800"/>
                </a:lnSpc>
                <a:spcAft>
                  <a:spcPts val="450"/>
                </a:spcAft>
              </a:pPr>
              <a:t>39</a:t>
            </a:fld>
            <a:endParaRPr lang="en-US"/>
          </a:p>
        </p:txBody>
      </p:sp>
      <p:sp>
        <p:nvSpPr>
          <p:cNvPr id="2" name="Content Placeholder 2">
            <a:extLst>
              <a:ext uri="{FF2B5EF4-FFF2-40B4-BE49-F238E27FC236}">
                <a16:creationId xmlns:a16="http://schemas.microsoft.com/office/drawing/2014/main" id="{9745704E-1866-4C81-BB97-7459B113A552}"/>
              </a:ext>
            </a:extLst>
          </p:cNvPr>
          <p:cNvSpPr txBox="1">
            <a:spLocks/>
          </p:cNvSpPr>
          <p:nvPr/>
        </p:nvSpPr>
        <p:spPr>
          <a:xfrm>
            <a:off x="299677" y="718897"/>
            <a:ext cx="8029815" cy="2493035"/>
          </a:xfrm>
          <a:prstGeom prst="rect">
            <a:avLst/>
          </a:prstGeom>
        </p:spPr>
        <p:txBody>
          <a:bodyPr>
            <a:normAutofit/>
          </a:bodyPr>
          <a:lstStyle>
            <a:lvl1pPr marL="0" indent="0" algn="l" defTabSz="914400" rtl="0" eaLnBrk="1" latinLnBrk="0" hangingPunct="1">
              <a:spcBef>
                <a:spcPts val="0"/>
              </a:spcBef>
              <a:spcAft>
                <a:spcPts val="300"/>
              </a:spcAft>
              <a:buFont typeface="Arial" pitchFamily="34" charset="0"/>
              <a:buNone/>
              <a:defRPr sz="1200" kern="1200">
                <a:solidFill>
                  <a:schemeClr val="tx1"/>
                </a:solidFill>
                <a:latin typeface="+mn-lt"/>
                <a:ea typeface="+mn-ea"/>
                <a:cs typeface="+mn-cs"/>
              </a:defRPr>
            </a:lvl1pPr>
            <a:lvl2pPr marL="216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2pPr>
            <a:lvl3pPr marL="432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3pPr>
            <a:lvl4pPr marL="648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4pPr>
            <a:lvl5pPr marL="864000" indent="-216000" algn="l" defTabSz="914400" rtl="0" eaLnBrk="1" latinLnBrk="0" hangingPunct="1">
              <a:spcBef>
                <a:spcPts val="0"/>
              </a:spcBef>
              <a:spcAft>
                <a:spcPts val="300"/>
              </a:spcAft>
              <a:buClr>
                <a:schemeClr val="tx2"/>
              </a:buClr>
              <a:buFont typeface="Tahoma" panose="020B0604030504040204" pitchFamily="34" charset="0"/>
              <a:buChar char="•"/>
              <a:defRPr sz="1200" kern="1200">
                <a:solidFill>
                  <a:schemeClr val="tx1"/>
                </a:solidFill>
                <a:latin typeface="+mn-lt"/>
                <a:ea typeface="+mn-ea"/>
                <a:cs typeface="+mn-cs"/>
              </a:defRPr>
            </a:lvl5pPr>
            <a:lvl6pPr marL="0" indent="0" algn="l" defTabSz="914400" rtl="0" eaLnBrk="1" latinLnBrk="0" hangingPunct="1">
              <a:spcBef>
                <a:spcPts val="0"/>
              </a:spcBef>
              <a:spcAft>
                <a:spcPts val="600"/>
              </a:spcAft>
              <a:buFont typeface="Arial" pitchFamily="34" charset="0"/>
              <a:buNone/>
              <a:defRPr sz="16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itchFamily="34" charset="0"/>
              <a:buChar char="•"/>
            </a:pPr>
            <a:r>
              <a:rPr lang="en-US" dirty="0">
                <a:solidFill>
                  <a:srgbClr val="000000"/>
                </a:solidFill>
              </a:rPr>
              <a:t>Apply this function to future NVH tests to further verify its reliability.</a:t>
            </a:r>
          </a:p>
          <a:p>
            <a:r>
              <a:rPr lang="en-US" dirty="0">
                <a:solidFill>
                  <a:srgbClr val="000000"/>
                </a:solidFill>
              </a:rPr>
              <a:t>    </a:t>
            </a:r>
            <a:r>
              <a:rPr lang="en-US" altLang="zh-CN" dirty="0">
                <a:solidFill>
                  <a:srgbClr val="000000"/>
                </a:solidFill>
              </a:rPr>
              <a:t>——Do abnormal noises from different sources exist in different frequency bands? (Actuator / Spindle Nut / Pad…)</a:t>
            </a:r>
          </a:p>
          <a:p>
            <a:r>
              <a:rPr lang="en-US" dirty="0">
                <a:solidFill>
                  <a:srgbClr val="000000"/>
                </a:solidFill>
              </a:rPr>
              <a:t>    </a:t>
            </a:r>
          </a:p>
        </p:txBody>
      </p:sp>
    </p:spTree>
    <p:extLst>
      <p:ext uri="{BB962C8B-B14F-4D97-AF65-F5344CB8AC3E}">
        <p14:creationId xmlns:p14="http://schemas.microsoft.com/office/powerpoint/2010/main" val="2327568812"/>
      </p:ext>
    </p:extLst>
  </p:cSld>
  <p:clrMapOvr>
    <a:masterClrMapping/>
  </p:clrMapOvr>
  <p:transition spd="med"/>
</p:sld>
</file>

<file path=ppt/theme/theme1.xml><?xml version="1.0" encoding="utf-8"?>
<a:theme xmlns:a="http://schemas.openxmlformats.org/drawingml/2006/main" name="ZF AG">
  <a:themeElements>
    <a:clrScheme name="© ZF Friedrichshafen AG">
      <a:dk1>
        <a:srgbClr val="000000"/>
      </a:dk1>
      <a:lt1>
        <a:srgbClr val="FFFFFF"/>
      </a:lt1>
      <a:dk2>
        <a:srgbClr val="00ABE7"/>
      </a:dk2>
      <a:lt2>
        <a:srgbClr val="BFBFBF"/>
      </a:lt2>
      <a:accent1>
        <a:srgbClr val="7FA5BC"/>
      </a:accent1>
      <a:accent2>
        <a:srgbClr val="7FD5F3"/>
      </a:accent2>
      <a:accent3>
        <a:srgbClr val="BFEAF9"/>
      </a:accent3>
      <a:accent4>
        <a:srgbClr val="004D7A"/>
      </a:accent4>
      <a:accent5>
        <a:srgbClr val="1179BF"/>
      </a:accent5>
      <a:accent6>
        <a:srgbClr val="81BCDF"/>
      </a:accent6>
      <a:hlink>
        <a:srgbClr val="00ABE7"/>
      </a:hlink>
      <a:folHlink>
        <a:srgbClr val="7FD5F3"/>
      </a:folHlink>
    </a:clrScheme>
    <a:fontScheme name="© ZF Friedrichshafen AG">
      <a:majorFont>
        <a:latin typeface="Tahoma"/>
        <a:ea typeface=""/>
        <a:cs typeface=""/>
      </a:majorFont>
      <a:minorFont>
        <a:latin typeface="Tahoma"/>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7FD5F3"/>
        </a:solidFill>
        <a:ln w="12700" cap="flat" cmpd="sng" algn="ctr">
          <a:noFill/>
          <a:prstDash val="solid"/>
        </a:ln>
        <a:effectLst/>
      </a:spPr>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defPPr marL="0" marR="0" indent="0" algn="ctr" defTabSz="914400" eaLnBrk="1" fontAlgn="base" latinLnBrk="0" hangingPunct="1">
          <a:lnSpc>
            <a:spcPct val="100000"/>
          </a:lnSpc>
          <a:spcBef>
            <a:spcPts val="0"/>
          </a:spcBef>
          <a:spcAft>
            <a:spcPct val="0"/>
          </a:spcAft>
          <a:buClrTx/>
          <a:buSzTx/>
          <a:buFontTx/>
          <a:buNone/>
          <a:tabLst/>
          <a:defRPr kumimoji="0" sz="1200" b="0" i="0" u="none" strike="noStrike" kern="0" cap="none" spc="0" normalizeH="0" baseline="0" noProof="0" dirty="0" err="1" smtClean="0">
            <a:ln>
              <a:noFill/>
            </a:ln>
            <a:solidFill>
              <a:srgbClr val="000000"/>
            </a:solidFill>
            <a:effectLst/>
            <a:uLnTx/>
            <a:uFillTx/>
            <a:latin typeface="Tahoma"/>
            <a:ea typeface="+mn-ea"/>
            <a:cs typeface="Tahoma" pitchFamily="34" charset="0"/>
          </a:defRPr>
        </a:defPPr>
      </a:lstStyle>
    </a:spDef>
    <a:lnDef>
      <a:spPr>
        <a:noFill/>
        <a:ln w="28575" cap="rnd" cmpd="sng" algn="ctr">
          <a:solidFill>
            <a:srgbClr val="00ABE7"/>
          </a:solidFill>
          <a:prstDash val="sysDot"/>
          <a:round/>
        </a:ln>
        <a:effectLst/>
      </a:spPr>
      <a:bodyPr/>
      <a:lstStyle/>
    </a:lnDef>
    <a:txDef>
      <a:spPr>
        <a:noFill/>
      </a:spPr>
      <a:bodyPr wrap="square" lIns="0" tIns="0" rIns="0" bIns="0" rtlCol="0">
        <a:spAutoFit/>
      </a:bodyPr>
      <a:lstStyle>
        <a:defPPr marL="0" marR="0" indent="0" defTabSz="914400" eaLnBrk="1" fontAlgn="base" latinLnBrk="0" hangingPunct="1">
          <a:lnSpc>
            <a:spcPct val="100000"/>
          </a:lnSpc>
          <a:spcBef>
            <a:spcPts val="0"/>
          </a:spcBef>
          <a:spcAft>
            <a:spcPct val="0"/>
          </a:spcAft>
          <a:buClrTx/>
          <a:buSzTx/>
          <a:buFontTx/>
          <a:buNone/>
          <a:tabLst/>
          <a:defRPr kumimoji="0" sz="1200" b="0" i="0" u="none" strike="noStrike" kern="0" cap="none" spc="0" normalizeH="0" baseline="0" noProof="0" dirty="0" smtClean="0">
            <a:ln>
              <a:noFill/>
            </a:ln>
            <a:solidFill>
              <a:srgbClr val="000000"/>
            </a:solidFill>
            <a:effectLst/>
            <a:uLnTx/>
            <a:uFillTx/>
          </a:defRPr>
        </a:defPPr>
      </a:lstStyle>
    </a:txDef>
  </a:objectDefaults>
  <a:extraClrSchemeLst/>
  <a:custClrLst>
    <a:custClr name="ZF Cyan 100%">
      <a:srgbClr val="00ABE7"/>
    </a:custClr>
    <a:custClr name="ZF Cyan 50%">
      <a:srgbClr val="7FD5F3"/>
    </a:custClr>
    <a:custClr name="ZF Cyan 25%">
      <a:srgbClr val="BFEAF9"/>
    </a:custClr>
    <a:custClr>
      <a:srgbClr val="FFFFFF"/>
    </a:custClr>
    <a:custClr name="ZF Blue 100%">
      <a:srgbClr val="1179BF"/>
    </a:custClr>
    <a:custClr name="ZF Blue 50%">
      <a:srgbClr val="81BCDF"/>
    </a:custClr>
    <a:custClr>
      <a:srgbClr val="FFFFFF"/>
    </a:custClr>
    <a:custClr name="Middle Blue 100%">
      <a:srgbClr val="004D7A"/>
    </a:custClr>
    <a:custClr name="Middle Blue 50%">
      <a:srgbClr val="7FA5BC"/>
    </a:custClr>
    <a:custClr>
      <a:srgbClr val="FFFFFF"/>
    </a:custClr>
    <a:custClr name="Black 100%">
      <a:srgbClr val="000000"/>
    </a:custClr>
    <a:custClr name="Black 50%">
      <a:srgbClr val="7F7F7F"/>
    </a:custClr>
    <a:custClr name="Black 25%">
      <a:srgbClr val="BFBFBF"/>
    </a:custClr>
    <a:custClr>
      <a:srgbClr val="FFFFFF"/>
    </a:custClr>
    <a:custClr name="1. Step color gradient">
      <a:srgbClr val="1179BF"/>
    </a:custClr>
    <a:custClr name="2. Step color gradient">
      <a:srgbClr val="004D7A"/>
    </a:custClr>
    <a:custClr name="3. Step color gradient">
      <a:srgbClr val="001024"/>
    </a:custClr>
    <a:custClr>
      <a:srgbClr val="FFFFFF"/>
    </a:custClr>
    <a:custClr name="ZF Red - Only highlight color">
      <a:srgbClr val="DD0C29"/>
    </a:custClr>
  </a:custClrLst>
  <a:extLst>
    <a:ext uri="{05A4C25C-085E-4340-85A3-A5531E510DB2}">
      <thm15:themeFamily xmlns:thm15="http://schemas.microsoft.com/office/thememl/2012/main" name="master_zf.potx" id="{27FC02A3-3CC2-4411-86F6-B339DEDD2E07}" vid="{BBEEC987-2F6D-4DE3-928C-2140DBAFC1CD}"/>
    </a:ext>
  </a:extLst>
</a:theme>
</file>

<file path=ppt/theme/theme2.xml><?xml version="1.0" encoding="utf-8"?>
<a:theme xmlns:a="http://schemas.openxmlformats.org/drawingml/2006/main" name="Larissa">
  <a:themeElements>
    <a:clrScheme name="© ZF Friedrichshafen AG">
      <a:dk1>
        <a:srgbClr val="000000"/>
      </a:dk1>
      <a:lt1>
        <a:srgbClr val="FFFFFF"/>
      </a:lt1>
      <a:dk2>
        <a:srgbClr val="00ABE7"/>
      </a:dk2>
      <a:lt2>
        <a:srgbClr val="BFBFBF"/>
      </a:lt2>
      <a:accent1>
        <a:srgbClr val="7FA5BC"/>
      </a:accent1>
      <a:accent2>
        <a:srgbClr val="7FD5F3"/>
      </a:accent2>
      <a:accent3>
        <a:srgbClr val="BFEAF9"/>
      </a:accent3>
      <a:accent4>
        <a:srgbClr val="004D7A"/>
      </a:accent4>
      <a:accent5>
        <a:srgbClr val="1179BF"/>
      </a:accent5>
      <a:accent6>
        <a:srgbClr val="81BCDF"/>
      </a:accent6>
      <a:hlink>
        <a:srgbClr val="00ABE7"/>
      </a:hlink>
      <a:folHlink>
        <a:srgbClr val="7FD5F3"/>
      </a:folHlink>
    </a:clrScheme>
    <a:fontScheme name="© ZF Friedrichshafen AG">
      <a:majorFont>
        <a:latin typeface="Tahoma"/>
        <a:ea typeface=""/>
        <a:cs typeface=""/>
      </a:majorFont>
      <a:minorFont>
        <a:latin typeface="Tahoma"/>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 ZF Friedrichshafen AG">
      <a:dk1>
        <a:srgbClr val="000000"/>
      </a:dk1>
      <a:lt1>
        <a:srgbClr val="FFFFFF"/>
      </a:lt1>
      <a:dk2>
        <a:srgbClr val="00ABE7"/>
      </a:dk2>
      <a:lt2>
        <a:srgbClr val="BFBFBF"/>
      </a:lt2>
      <a:accent1>
        <a:srgbClr val="7FA5BC"/>
      </a:accent1>
      <a:accent2>
        <a:srgbClr val="7FD5F3"/>
      </a:accent2>
      <a:accent3>
        <a:srgbClr val="BFEAF9"/>
      </a:accent3>
      <a:accent4>
        <a:srgbClr val="004D7A"/>
      </a:accent4>
      <a:accent5>
        <a:srgbClr val="1179BF"/>
      </a:accent5>
      <a:accent6>
        <a:srgbClr val="81BCDF"/>
      </a:accent6>
      <a:hlink>
        <a:srgbClr val="00ABE7"/>
      </a:hlink>
      <a:folHlink>
        <a:srgbClr val="7FD5F3"/>
      </a:folHlink>
    </a:clrScheme>
    <a:fontScheme name="© ZF Friedrichshafen AG">
      <a:majorFont>
        <a:latin typeface="Tahoma"/>
        <a:ea typeface=""/>
        <a:cs typeface=""/>
      </a:majorFont>
      <a:minorFont>
        <a:latin typeface="Tahoma"/>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6bd820b-3397-4880-98ea-6c2b4d1fdf65" xsi:nil="true"/>
    <lcf76f155ced4ddcb4097134ff3c332f xmlns="53193798-4f25-4ece-9109-dcf7145a726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E31C79D8B47FF4C921724526FAD178D" ma:contentTypeVersion="12" ma:contentTypeDescription="Create a new document." ma:contentTypeScope="" ma:versionID="8bb0b867b0b405e1059ea86156c8d31b">
  <xsd:schema xmlns:xsd="http://www.w3.org/2001/XMLSchema" xmlns:xs="http://www.w3.org/2001/XMLSchema" xmlns:p="http://schemas.microsoft.com/office/2006/metadata/properties" xmlns:ns2="53193798-4f25-4ece-9109-dcf7145a726d" xmlns:ns3="96bd820b-3397-4880-98ea-6c2b4d1fdf65" targetNamespace="http://schemas.microsoft.com/office/2006/metadata/properties" ma:root="true" ma:fieldsID="0263f6ba86a82067485364d6af18779b" ns2:_="" ns3:_="">
    <xsd:import namespace="53193798-4f25-4ece-9109-dcf7145a726d"/>
    <xsd:import namespace="96bd820b-3397-4880-98ea-6c2b4d1fdf6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193798-4f25-4ece-9109-dcf7145a72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1535f45-074a-4eaf-b5ce-0ad645dc0277"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6bd820b-3397-4880-98ea-6c2b4d1fdf65"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b19283bf-ef32-4e18-9149-9941175802a2}" ma:internalName="TaxCatchAll" ma:showField="CatchAllData" ma:web="96bd820b-3397-4880-98ea-6c2b4d1fdf65">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E63EC75-F569-48D3-B84C-89ADD954ADCD}">
  <ds:schemaRefs>
    <ds:schemaRef ds:uri="http://purl.org/dc/elements/1.1/"/>
    <ds:schemaRef ds:uri="http://schemas.microsoft.com/office/infopath/2007/PartnerControls"/>
    <ds:schemaRef ds:uri="http://purl.org/dc/dcmitype/"/>
    <ds:schemaRef ds:uri="http://www.w3.org/XML/1998/namespace"/>
    <ds:schemaRef ds:uri="http://schemas.microsoft.com/office/2006/metadata/properties"/>
    <ds:schemaRef ds:uri="96bd820b-3397-4880-98ea-6c2b4d1fdf65"/>
    <ds:schemaRef ds:uri="53193798-4f25-4ece-9109-dcf7145a726d"/>
    <ds:schemaRef ds:uri="http://schemas.microsoft.com/office/2006/documentManagement/type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680887E9-43D7-4BD7-81A4-00B0DCB0F5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3193798-4f25-4ece-9109-dcf7145a726d"/>
    <ds:schemaRef ds:uri="96bd820b-3397-4880-98ea-6c2b4d1fdf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53A466-1E01-461A-9588-273F9517B81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3183</Words>
  <Application>Microsoft Office PowerPoint</Application>
  <PresentationFormat>全屏显示(16:9)</PresentationFormat>
  <Paragraphs>1481</Paragraphs>
  <Slides>39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39</vt:i4>
      </vt:variant>
    </vt:vector>
  </HeadingPairs>
  <TitlesOfParts>
    <vt:vector size="45" baseType="lpstr">
      <vt:lpstr>Arial</vt:lpstr>
      <vt:lpstr>Calibri</vt:lpstr>
      <vt:lpstr>Consolas</vt:lpstr>
      <vt:lpstr>Tahoma</vt:lpstr>
      <vt:lpstr>ZF Prometo Medium</vt:lpstr>
      <vt:lpstr>ZF AG</vt:lpstr>
      <vt:lpstr>Overview</vt:lpstr>
      <vt:lpstr>Overview</vt:lpstr>
      <vt:lpstr>1 sample, environment noise off</vt:lpstr>
      <vt:lpstr>1. Results - 1 sample, environment noise off, database creation</vt:lpstr>
      <vt:lpstr>1. Results - 1 sample, environment noise off, database training</vt:lpstr>
      <vt:lpstr>1. Results - 1 sample, environment noise off, constant surveillance</vt:lpstr>
      <vt:lpstr>1 sample, environment noise on</vt:lpstr>
      <vt:lpstr>2. Results - 1 sample, environment noise ON, database creation</vt:lpstr>
      <vt:lpstr>2. Results - 1 sample, environment noise ON, database creation</vt:lpstr>
      <vt:lpstr>2. Results – 1D convolutional autoencoder - training</vt:lpstr>
      <vt:lpstr>2. Results - 1D convolutional autoencoder - constant surveillence</vt:lpstr>
      <vt:lpstr>2. Results – mean regression - training</vt:lpstr>
      <vt:lpstr>2. Results - mean regression - constant surveillence</vt:lpstr>
      <vt:lpstr>6 samples, environment noise on</vt:lpstr>
      <vt:lpstr>3. Results - 6 samples, environment noise ON, database creation</vt:lpstr>
      <vt:lpstr>3. Results - 6 samples, environment noise ON, database creation</vt:lpstr>
      <vt:lpstr>3. Results – mean regression - training</vt:lpstr>
      <vt:lpstr>3. Results - mean regression - constant surveillence</vt:lpstr>
      <vt:lpstr>3. Results - mean regression - constant surveillence</vt:lpstr>
      <vt:lpstr>3. Results - mean regression - constant surveillence</vt:lpstr>
      <vt:lpstr>3. Results – pressure apply vs abnormal release</vt:lpstr>
      <vt:lpstr>3. Key takeouts</vt:lpstr>
      <vt:lpstr>Summary</vt:lpstr>
      <vt:lpstr>Next steps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Run the script in ATC</vt:lpstr>
      <vt:lpstr>Run the script in ATC</vt:lpstr>
      <vt:lpstr>Run the script in ATC</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Caliper Rattle Classification with time-series based deep convolutional autoencoder</dc:title>
  <dc:creator>Dudzic Lukasz BBL ADTC24</dc:creator>
  <cp:lastModifiedBy>Han Yuxiang SGH CDAS71</cp:lastModifiedBy>
  <cp:revision>77</cp:revision>
  <dcterms:created xsi:type="dcterms:W3CDTF">2023-03-08T08:56:17Z</dcterms:created>
  <dcterms:modified xsi:type="dcterms:W3CDTF">2026-10-13T00:51:52Z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0x0101008E31C79D8B47FF4C921724526FAD178D</vt:lpwstr>
  </property>
  <property fmtid="{D5CDD505-2E9C-101B-9397-08002B2CF9AE}" pid="3" name="MSIP_Label_3989f05f-edc3-4af3-b0a2-5c6712921edb_Enabled">
    <vt:lpwstr>true</vt:lpwstr>
  </property>
  <property fmtid="{D5CDD505-2E9C-101B-9397-08002B2CF9AE}" pid="4" name="MSIP_Label_3989f05f-edc3-4af3-b0a2-5c6712921edb_SetDate">
    <vt:lpwstr>2024-02-29T14:09:05Z</vt:lpwstr>
  </property>
  <property fmtid="{D5CDD505-2E9C-101B-9397-08002B2CF9AE}" pid="5" name="MSIP_Label_3989f05f-edc3-4af3-b0a2-5c6712921edb_Method">
    <vt:lpwstr>Privileged</vt:lpwstr>
  </property>
  <property fmtid="{D5CDD505-2E9C-101B-9397-08002B2CF9AE}" pid="6" name="MSIP_Label_3989f05f-edc3-4af3-b0a2-5c6712921edb_Name">
    <vt:lpwstr>ZF Confidential Sub_2</vt:lpwstr>
  </property>
  <property fmtid="{D5CDD505-2E9C-101B-9397-08002B2CF9AE}" pid="7" name="MSIP_Label_3989f05f-edc3-4af3-b0a2-5c6712921edb_SiteId">
    <vt:lpwstr>eb70b763-b6d7-4486-8555-8831709a784e</vt:lpwstr>
  </property>
  <property fmtid="{D5CDD505-2E9C-101B-9397-08002B2CF9AE}" pid="8" name="MSIP_Label_3989f05f-edc3-4af3-b0a2-5c6712921edb_ActionId">
    <vt:lpwstr>c840d9a7-d694-4735-b30c-3c04b3efc7df</vt:lpwstr>
  </property>
  <property fmtid="{D5CDD505-2E9C-101B-9397-08002B2CF9AE}" pid="9" name="MSIP_Label_3989f05f-edc3-4af3-b0a2-5c6712921edb_ContentBits">
    <vt:lpwstr>1</vt:lpwstr>
  </property>
</Properties>
</file>